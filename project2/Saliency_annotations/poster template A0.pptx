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41" userDrawn="1">
          <p15:clr>
            <a:srgbClr val="A4A3A4"/>
          </p15:clr>
        </p15:guide>
        <p15:guide id="2" pos="20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FCD00"/>
    <a:srgbClr val="FFCB00"/>
    <a:srgbClr val="FCE1BE"/>
    <a:srgbClr val="FADAB3"/>
    <a:srgbClr val="FEE7C9"/>
    <a:srgbClr val="E47823"/>
    <a:srgbClr val="005857"/>
    <a:srgbClr val="027077"/>
    <a:srgbClr val="FFEED6"/>
    <a:srgbClr val="0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Stijl, licht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Stijl, gemiddeld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Stijl, thema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Stijl, thema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37" autoAdjust="0"/>
    <p:restoredTop sz="50000" autoAdjust="0"/>
  </p:normalViewPr>
  <p:slideViewPr>
    <p:cSldViewPr snapToObjects="1">
      <p:cViewPr>
        <p:scale>
          <a:sx n="65" d="100"/>
          <a:sy n="65" d="100"/>
        </p:scale>
        <p:origin x="864" y="400"/>
      </p:cViewPr>
      <p:guideLst>
        <p:guide orient="horz" pos="3441"/>
        <p:guide pos="207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werkblad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werkblad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 b="1" dirty="0" err="1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Title</a:t>
            </a:r>
            <a:endParaRPr lang="nl-NL" b="1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Verkoop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C5A-9F4E-B222-73D31C72462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C5A-9F4E-B222-73D31C72462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C5A-9F4E-B222-73D31C72462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C5A-9F4E-B222-73D31C72462C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C5A-9F4E-B222-73D31C72462C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C5A-9F4E-B222-73D31C72462C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C5A-9F4E-B222-73D31C72462C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6C5A-9F4E-B222-73D31C72462C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6C5A-9F4E-B222-73D31C72462C}"/>
              </c:ext>
            </c:extLst>
          </c:dPt>
          <c:cat>
            <c:strRef>
              <c:f>Blad1!$A$2:$A$10</c:f>
              <c:strCache>
                <c:ptCount val="9"/>
                <c:pt idx="0">
                  <c:v>Categorie 1</c:v>
                </c:pt>
                <c:pt idx="1">
                  <c:v>Categorie 2</c:v>
                </c:pt>
                <c:pt idx="2">
                  <c:v>Categorie 3</c:v>
                </c:pt>
                <c:pt idx="3">
                  <c:v>Categorie 4</c:v>
                </c:pt>
                <c:pt idx="4">
                  <c:v>Categorie 5</c:v>
                </c:pt>
                <c:pt idx="5">
                  <c:v>Categorie 6</c:v>
                </c:pt>
                <c:pt idx="6">
                  <c:v>Categorie 7</c:v>
                </c:pt>
                <c:pt idx="7">
                  <c:v>Categorie 8</c:v>
                </c:pt>
                <c:pt idx="8">
                  <c:v>Categorie 9</c:v>
                </c:pt>
              </c:strCache>
            </c:strRef>
          </c:cat>
          <c:val>
            <c:numRef>
              <c:f>Blad1!$B$2:$B$10</c:f>
              <c:numCache>
                <c:formatCode>General</c:formatCode>
                <c:ptCount val="9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  <c:pt idx="4">
                  <c:v>3</c:v>
                </c:pt>
                <c:pt idx="5">
                  <c:v>2</c:v>
                </c:pt>
                <c:pt idx="6">
                  <c:v>1</c:v>
                </c:pt>
                <c:pt idx="7">
                  <c:v>0.5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C5A-9F4E-B222-73D31C7246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nl-N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nl-NL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Title</a:t>
            </a:r>
            <a:endParaRPr lang="nl-NL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N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Reeks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Blad1!$A$2:$A$3</c:f>
              <c:strCache>
                <c:ptCount val="2"/>
                <c:pt idx="0">
                  <c:v>Categorie 1</c:v>
                </c:pt>
                <c:pt idx="1">
                  <c:v>Categorie 2</c:v>
                </c:pt>
              </c:strCache>
            </c:strRef>
          </c:cat>
          <c:val>
            <c:numRef>
              <c:f>Blad1!$B$2:$B$3</c:f>
              <c:numCache>
                <c:formatCode>General</c:formatCode>
                <c:ptCount val="2"/>
                <c:pt idx="0">
                  <c:v>4.3</c:v>
                </c:pt>
                <c:pt idx="1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72-7B4A-A924-8D1477CA1A5D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Reeks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Blad1!$A$2:$A$3</c:f>
              <c:strCache>
                <c:ptCount val="2"/>
                <c:pt idx="0">
                  <c:v>Categorie 1</c:v>
                </c:pt>
                <c:pt idx="1">
                  <c:v>Categorie 2</c:v>
                </c:pt>
              </c:strCache>
            </c:strRef>
          </c:cat>
          <c:val>
            <c:numRef>
              <c:f>Blad1!$C$2:$C$3</c:f>
              <c:numCache>
                <c:formatCode>General</c:formatCode>
                <c:ptCount val="2"/>
                <c:pt idx="0">
                  <c:v>2.4</c:v>
                </c:pt>
                <c:pt idx="1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72-7B4A-A924-8D1477CA1A5D}"/>
            </c:ext>
          </c:extLst>
        </c:ser>
        <c:ser>
          <c:idx val="2"/>
          <c:order val="2"/>
          <c:tx>
            <c:strRef>
              <c:f>Blad1!$D$1</c:f>
              <c:strCache>
                <c:ptCount val="1"/>
                <c:pt idx="0">
                  <c:v>Reeks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Blad1!$A$2:$A$3</c:f>
              <c:strCache>
                <c:ptCount val="2"/>
                <c:pt idx="0">
                  <c:v>Categorie 1</c:v>
                </c:pt>
                <c:pt idx="1">
                  <c:v>Categorie 2</c:v>
                </c:pt>
              </c:strCache>
            </c:strRef>
          </c:cat>
          <c:val>
            <c:numRef>
              <c:f>Blad1!$D$2:$D$3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72-7B4A-A924-8D1477CA1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9568223"/>
        <c:axId val="910038031"/>
      </c:barChart>
      <c:catAx>
        <c:axId val="9095682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nl-NL"/>
          </a:p>
        </c:txPr>
        <c:crossAx val="910038031"/>
        <c:crosses val="autoZero"/>
        <c:auto val="1"/>
        <c:lblAlgn val="ctr"/>
        <c:lblOffset val="100"/>
        <c:noMultiLvlLbl val="0"/>
      </c:catAx>
      <c:valAx>
        <c:axId val="910038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nl-NL"/>
          </a:p>
        </c:txPr>
        <c:crossAx val="9095682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defRPr>
          </a:pPr>
          <a:endParaRPr lang="nl-NL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nl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C829B4-9606-2A42-8BE7-C95716C4B49D}" type="datetimeFigureOut">
              <a:rPr lang="nl-NL" smtClean="0"/>
              <a:t>16-05-2022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81A27-1440-C343-B73A-EDC558E67D24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1954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170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339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509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678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0848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017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187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356" algn="l" defTabSz="208817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81A27-1440-C343-B73A-EDC558E67D24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605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>
          <a:xfrm>
            <a:off x="1645922" y="20340324"/>
            <a:ext cx="7680961" cy="1168400"/>
          </a:xfrm>
          <a:prstGeom prst="rect">
            <a:avLst/>
          </a:prstGeom>
        </p:spPr>
        <p:txBody>
          <a:bodyPr/>
          <a:lstStyle/>
          <a:p>
            <a:fld id="{C28BEF97-4A46-C940-8C59-2C42CB4C4E51}" type="datetimeFigureOut">
              <a:rPr lang="nl-NL" smtClean="0"/>
              <a:t>16-05-2022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>
          <a:xfrm>
            <a:off x="11247124" y="20340324"/>
            <a:ext cx="10424160" cy="1168400"/>
          </a:xfrm>
          <a:prstGeom prst="rect">
            <a:avLst/>
          </a:prstGeom>
        </p:spPr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>
          <a:xfrm>
            <a:off x="23591521" y="20340324"/>
            <a:ext cx="7680961" cy="1168400"/>
          </a:xfrm>
          <a:prstGeom prst="rect">
            <a:avLst/>
          </a:prstGeom>
        </p:spPr>
        <p:txBody>
          <a:bodyPr/>
          <a:lstStyle/>
          <a:p>
            <a:fld id="{83473042-6688-F148-AA6B-B0D68935845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42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9DC6BDAC-A25B-AD43-ABA0-429F1CC5F10D}"/>
              </a:ext>
            </a:extLst>
          </p:cNvPr>
          <p:cNvSpPr/>
          <p:nvPr userDrawn="1"/>
        </p:nvSpPr>
        <p:spPr>
          <a:xfrm>
            <a:off x="0" y="21012821"/>
            <a:ext cx="32910201" cy="932779"/>
          </a:xfrm>
          <a:prstGeom prst="rect">
            <a:avLst/>
          </a:prstGeom>
          <a:solidFill>
            <a:srgbClr val="FFC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57"/>
          </a:p>
        </p:txBody>
      </p:sp>
      <p:pic>
        <p:nvPicPr>
          <p:cNvPr id="5" name="Afbeelding 4" descr="Afbeelding met tekst&#10;&#10;Automatisch gegenereerde beschrijving">
            <a:extLst>
              <a:ext uri="{FF2B5EF4-FFF2-40B4-BE49-F238E27FC236}">
                <a16:creationId xmlns:a16="http://schemas.microsoft.com/office/drawing/2014/main" id="{91C312BF-6FB3-A291-F5EE-1FAFC9B62F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44" y="834"/>
            <a:ext cx="7918958" cy="311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7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2468268" rtl="0" eaLnBrk="1" latinLnBrk="0" hangingPunct="1">
        <a:spcBef>
          <a:spcPct val="0"/>
        </a:spcBef>
        <a:buNone/>
        <a:defRPr sz="5668" b="0" i="0" kern="1200">
          <a:solidFill>
            <a:schemeClr val="tx1"/>
          </a:solidFill>
          <a:latin typeface="Merriweather Regular" panose="02060503050406030704" pitchFamily="18" charset="77"/>
          <a:ea typeface="+mj-ea"/>
          <a:cs typeface="+mj-cs"/>
        </a:defRPr>
      </a:lvl1pPr>
    </p:titleStyle>
    <p:bodyStyle>
      <a:lvl1pPr marL="0" indent="0" algn="l" defTabSz="2468268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4319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2468268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4319" b="1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728819" indent="-728819" algn="l" defTabSz="2468268" rtl="0" eaLnBrk="1" latinLnBrk="0" hangingPunct="1">
        <a:lnSpc>
          <a:spcPct val="110000"/>
        </a:lnSpc>
        <a:spcBef>
          <a:spcPts val="5668"/>
        </a:spcBef>
        <a:buFont typeface="Verdana" pitchFamily="34" charset="0"/>
        <a:buChar char="•"/>
        <a:defRPr sz="4319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728819" indent="-728819" algn="l" defTabSz="2468268" rtl="0" eaLnBrk="1" latinLnBrk="0" hangingPunct="1">
        <a:lnSpc>
          <a:spcPct val="110000"/>
        </a:lnSpc>
        <a:spcBef>
          <a:spcPts val="5668"/>
        </a:spcBef>
        <a:buFont typeface="Verdana" pitchFamily="34" charset="0"/>
        <a:buChar char="•"/>
        <a:defRPr sz="4319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186458" indent="-728819" algn="l" defTabSz="2468268" rtl="0" eaLnBrk="1" latinLnBrk="0" hangingPunct="1">
        <a:lnSpc>
          <a:spcPct val="110000"/>
        </a:lnSpc>
        <a:spcBef>
          <a:spcPts val="0"/>
        </a:spcBef>
        <a:buFont typeface="Verdana" pitchFamily="34" charset="0"/>
        <a:buChar char="–"/>
        <a:defRPr sz="4319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6787738" indent="-617067" algn="l" defTabSz="2468268" rtl="0" eaLnBrk="1" latinLnBrk="0" hangingPunct="1">
        <a:spcBef>
          <a:spcPct val="20000"/>
        </a:spcBef>
        <a:buFont typeface="Arial" pitchFamily="34" charset="0"/>
        <a:buChar char="•"/>
        <a:defRPr sz="5398" kern="1200">
          <a:solidFill>
            <a:schemeClr val="tx1"/>
          </a:solidFill>
          <a:latin typeface="+mn-lt"/>
          <a:ea typeface="+mn-ea"/>
          <a:cs typeface="+mn-cs"/>
        </a:defRPr>
      </a:lvl6pPr>
      <a:lvl7pPr marL="8021872" indent="-617067" algn="l" defTabSz="2468268" rtl="0" eaLnBrk="1" latinLnBrk="0" hangingPunct="1">
        <a:spcBef>
          <a:spcPct val="20000"/>
        </a:spcBef>
        <a:buFont typeface="Arial" pitchFamily="34" charset="0"/>
        <a:buChar char="•"/>
        <a:defRPr sz="5398" kern="1200">
          <a:solidFill>
            <a:schemeClr val="tx1"/>
          </a:solidFill>
          <a:latin typeface="+mn-lt"/>
          <a:ea typeface="+mn-ea"/>
          <a:cs typeface="+mn-cs"/>
        </a:defRPr>
      </a:lvl7pPr>
      <a:lvl8pPr marL="9256005" indent="-617067" algn="l" defTabSz="2468268" rtl="0" eaLnBrk="1" latinLnBrk="0" hangingPunct="1">
        <a:spcBef>
          <a:spcPct val="20000"/>
        </a:spcBef>
        <a:buFont typeface="Arial" pitchFamily="34" charset="0"/>
        <a:buChar char="•"/>
        <a:defRPr sz="5398" kern="1200">
          <a:solidFill>
            <a:schemeClr val="tx1"/>
          </a:solidFill>
          <a:latin typeface="+mn-lt"/>
          <a:ea typeface="+mn-ea"/>
          <a:cs typeface="+mn-cs"/>
        </a:defRPr>
      </a:lvl8pPr>
      <a:lvl9pPr marL="10490140" indent="-617067" algn="l" defTabSz="2468268" rtl="0" eaLnBrk="1" latinLnBrk="0" hangingPunct="1">
        <a:spcBef>
          <a:spcPct val="20000"/>
        </a:spcBef>
        <a:buFont typeface="Arial" pitchFamily="34" charset="0"/>
        <a:buChar char="•"/>
        <a:defRPr sz="53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1pPr>
      <a:lvl2pPr marL="1234134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2pPr>
      <a:lvl3pPr marL="2468268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3pPr>
      <a:lvl4pPr marL="3702402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4pPr>
      <a:lvl5pPr marL="4936537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5pPr>
      <a:lvl6pPr marL="6170671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6pPr>
      <a:lvl7pPr marL="7404804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7pPr>
      <a:lvl8pPr marL="8638939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8pPr>
      <a:lvl9pPr marL="9873073" algn="l" defTabSz="2468268" rtl="0" eaLnBrk="1" latinLnBrk="0" hangingPunct="1">
        <a:defRPr sz="48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hoek 24">
            <a:extLst>
              <a:ext uri="{FF2B5EF4-FFF2-40B4-BE49-F238E27FC236}">
                <a16:creationId xmlns:a16="http://schemas.microsoft.com/office/drawing/2014/main" id="{D6346248-1B8C-95BE-E721-AA5632BE96FD}"/>
              </a:ext>
            </a:extLst>
          </p:cNvPr>
          <p:cNvSpPr/>
          <p:nvPr/>
        </p:nvSpPr>
        <p:spPr>
          <a:xfrm>
            <a:off x="7924502" y="0"/>
            <a:ext cx="7804686" cy="30831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trike="sngStrike"/>
          </a:p>
        </p:txBody>
      </p:sp>
      <p:sp>
        <p:nvSpPr>
          <p:cNvPr id="48" name="Subtitel 2"/>
          <p:cNvSpPr txBox="1">
            <a:spLocks/>
          </p:cNvSpPr>
          <p:nvPr/>
        </p:nvSpPr>
        <p:spPr>
          <a:xfrm>
            <a:off x="33527440" y="14510233"/>
            <a:ext cx="9219651" cy="682430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610" b="1" dirty="0">
                <a:solidFill>
                  <a:srgbClr val="0F1012"/>
                </a:solidFill>
                <a:latin typeface="Verdana"/>
              </a:rPr>
              <a:t>Size</a:t>
            </a:r>
          </a:p>
          <a:p>
            <a:pPr algn="l"/>
            <a:r>
              <a:rPr lang="en-GB" sz="2501" dirty="0">
                <a:solidFill>
                  <a:srgbClr val="0F1012"/>
                </a:solidFill>
                <a:latin typeface="Verdana"/>
              </a:rPr>
              <a:t>The size of this scientific poster is 24x36 </a:t>
            </a:r>
            <a:r>
              <a:rPr lang="en-GB" sz="2501" dirty="0">
                <a:solidFill>
                  <a:srgbClr val="0F1012"/>
                </a:solidFill>
              </a:rPr>
              <a:t>inch (60,96 </a:t>
            </a:r>
            <a:r>
              <a:rPr lang="en-GB" sz="2501" dirty="0">
                <a:solidFill>
                  <a:srgbClr val="0F1012"/>
                </a:solidFill>
                <a:latin typeface="Verdana"/>
              </a:rPr>
              <a:t>x </a:t>
            </a:r>
            <a:r>
              <a:rPr lang="en-GB" sz="2501" dirty="0">
                <a:solidFill>
                  <a:srgbClr val="0F1012"/>
                </a:solidFill>
              </a:rPr>
              <a:t>91,44 </a:t>
            </a:r>
            <a:r>
              <a:rPr lang="en-GB" sz="2501" dirty="0">
                <a:solidFill>
                  <a:srgbClr val="0F1012"/>
                </a:solidFill>
                <a:latin typeface="Verdana"/>
              </a:rPr>
              <a:t>cm).</a:t>
            </a:r>
          </a:p>
          <a:p>
            <a:pPr algn="l"/>
            <a:r>
              <a:rPr lang="en-GB" sz="2175" b="1" dirty="0"/>
              <a:t> </a:t>
            </a:r>
            <a:r>
              <a:rPr lang="en-GB" sz="2501" dirty="0">
                <a:solidFill>
                  <a:srgbClr val="0F1012"/>
                </a:solidFill>
                <a:latin typeface="Verdana"/>
              </a:rPr>
              <a:t> </a:t>
            </a:r>
          </a:p>
          <a:p>
            <a:pPr algn="l"/>
            <a:r>
              <a:rPr lang="en-GB" sz="2610" b="1" dirty="0">
                <a:solidFill>
                  <a:srgbClr val="0F1012"/>
                </a:solidFill>
                <a:latin typeface="Verdana"/>
              </a:rPr>
              <a:t>Columns</a:t>
            </a:r>
          </a:p>
          <a:p>
            <a:pPr algn="l"/>
            <a:r>
              <a:rPr lang="en-GB" sz="2501" dirty="0">
                <a:solidFill>
                  <a:srgbClr val="0F1012"/>
                </a:solidFill>
                <a:latin typeface="Verdana"/>
              </a:rPr>
              <a:t>The poster layout may consist of two or three columns.</a:t>
            </a:r>
          </a:p>
          <a:p>
            <a:pPr algn="l"/>
            <a:r>
              <a:rPr lang="en-GB" sz="2501" dirty="0">
                <a:solidFill>
                  <a:srgbClr val="0F1012"/>
                </a:solidFill>
                <a:latin typeface="Verdana"/>
              </a:rPr>
              <a:t> </a:t>
            </a:r>
          </a:p>
          <a:p>
            <a:pPr algn="l"/>
            <a:r>
              <a:rPr lang="en-GB" sz="2610" b="1" dirty="0">
                <a:solidFill>
                  <a:srgbClr val="0F1012"/>
                </a:solidFill>
                <a:latin typeface="Verdana"/>
              </a:rPr>
              <a:t>Ratio between text and image</a:t>
            </a:r>
          </a:p>
          <a:p>
            <a:pPr algn="l"/>
            <a:r>
              <a:rPr lang="en-GB" sz="2501" dirty="0">
                <a:solidFill>
                  <a:srgbClr val="0F1012"/>
                </a:solidFill>
                <a:latin typeface="Verdana"/>
              </a:rPr>
              <a:t>Do not use too much text. Try to tell the scientific results in clear images (graphics, illustrations, photo’s).</a:t>
            </a:r>
          </a:p>
          <a:p>
            <a:pPr algn="l"/>
            <a:endParaRPr lang="en-GB" sz="2501" dirty="0">
              <a:solidFill>
                <a:srgbClr val="0F1012"/>
              </a:solidFill>
              <a:latin typeface="Verdana"/>
            </a:endParaRPr>
          </a:p>
          <a:p>
            <a:pPr algn="l"/>
            <a:r>
              <a:rPr lang="en-GB" sz="2610" b="1" dirty="0" err="1">
                <a:solidFill>
                  <a:srgbClr val="0F1012"/>
                </a:solidFill>
                <a:latin typeface="Verdana"/>
              </a:rPr>
              <a:t>Color</a:t>
            </a:r>
            <a:r>
              <a:rPr lang="en-GB" sz="2610" b="1" dirty="0">
                <a:solidFill>
                  <a:srgbClr val="0F1012"/>
                </a:solidFill>
                <a:latin typeface="Verdana"/>
              </a:rPr>
              <a:t> </a:t>
            </a:r>
          </a:p>
          <a:p>
            <a:pPr algn="l"/>
            <a:r>
              <a:rPr lang="en-GB" sz="2501" dirty="0">
                <a:solidFill>
                  <a:srgbClr val="0F1012"/>
                </a:solidFill>
                <a:latin typeface="Verdana"/>
              </a:rPr>
              <a:t>You can find the used </a:t>
            </a:r>
            <a:r>
              <a:rPr lang="en-GB" sz="2501" dirty="0" err="1">
                <a:solidFill>
                  <a:srgbClr val="0F1012"/>
                </a:solidFill>
                <a:latin typeface="Verdana"/>
              </a:rPr>
              <a:t>colors</a:t>
            </a:r>
            <a:r>
              <a:rPr lang="en-GB" sz="2501" dirty="0">
                <a:solidFill>
                  <a:srgbClr val="0F1012"/>
                </a:solidFill>
                <a:latin typeface="Verdana"/>
              </a:rPr>
              <a:t> in the </a:t>
            </a:r>
            <a:r>
              <a:rPr lang="en-GB" sz="2501" dirty="0" err="1">
                <a:solidFill>
                  <a:srgbClr val="0F1012"/>
                </a:solidFill>
                <a:latin typeface="Verdana"/>
              </a:rPr>
              <a:t>menubar</a:t>
            </a:r>
            <a:r>
              <a:rPr lang="en-GB" sz="2501" dirty="0">
                <a:solidFill>
                  <a:srgbClr val="0F1012"/>
                </a:solidFill>
                <a:latin typeface="Verdana"/>
              </a:rPr>
              <a:t> &gt; Shape Fill  &gt; Theme </a:t>
            </a:r>
            <a:r>
              <a:rPr lang="en-GB" sz="2501" dirty="0" err="1">
                <a:solidFill>
                  <a:srgbClr val="0F1012"/>
                </a:solidFill>
                <a:latin typeface="Verdana"/>
              </a:rPr>
              <a:t>colors</a:t>
            </a:r>
            <a:r>
              <a:rPr lang="en-GB" sz="2501" dirty="0">
                <a:solidFill>
                  <a:srgbClr val="0F1012"/>
                </a:solidFill>
                <a:latin typeface="Verdana"/>
              </a:rPr>
              <a:t>, or in Recent </a:t>
            </a:r>
            <a:r>
              <a:rPr lang="en-GB" sz="2501" dirty="0" err="1">
                <a:solidFill>
                  <a:srgbClr val="0F1012"/>
                </a:solidFill>
                <a:latin typeface="Verdana"/>
              </a:rPr>
              <a:t>colors</a:t>
            </a:r>
            <a:r>
              <a:rPr lang="en-GB" sz="2501" dirty="0">
                <a:solidFill>
                  <a:srgbClr val="0F1012"/>
                </a:solidFill>
                <a:latin typeface="Verdana"/>
              </a:rPr>
              <a:t>. </a:t>
            </a:r>
          </a:p>
          <a:p>
            <a:pPr algn="l"/>
            <a:endParaRPr lang="en-GB" sz="2610" b="1" dirty="0">
              <a:solidFill>
                <a:srgbClr val="0F1012"/>
              </a:solidFill>
              <a:latin typeface="Verdana"/>
            </a:endParaRPr>
          </a:p>
        </p:txBody>
      </p:sp>
      <p:pic>
        <p:nvPicPr>
          <p:cNvPr id="74" name="Afbeelding 73" descr="Schermafbeelding 2013-07-19 om 15.32.0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57744" y="20332077"/>
            <a:ext cx="616226" cy="639049"/>
          </a:xfrm>
          <a:prstGeom prst="rect">
            <a:avLst/>
          </a:prstGeom>
        </p:spPr>
      </p:pic>
      <p:sp>
        <p:nvSpPr>
          <p:cNvPr id="78" name="Subtitel 2"/>
          <p:cNvSpPr txBox="1">
            <a:spLocks/>
          </p:cNvSpPr>
          <p:nvPr/>
        </p:nvSpPr>
        <p:spPr>
          <a:xfrm>
            <a:off x="33563905" y="9666216"/>
            <a:ext cx="9146720" cy="36549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914"/>
              </a:lnSpc>
              <a:spcBef>
                <a:spcPts val="0"/>
              </a:spcBef>
              <a:defRPr/>
            </a:pPr>
            <a:r>
              <a:rPr lang="en-GB" sz="3044" b="1" dirty="0">
                <a:solidFill>
                  <a:srgbClr val="C10033"/>
                </a:solidFill>
                <a:latin typeface="Verdana"/>
              </a:rPr>
              <a:t>Printing</a:t>
            </a:r>
          </a:p>
          <a:p>
            <a:pPr algn="l">
              <a:lnSpc>
                <a:spcPts val="3914"/>
              </a:lnSpc>
              <a:spcBef>
                <a:spcPts val="0"/>
              </a:spcBef>
              <a:defRPr/>
            </a:pPr>
            <a:endParaRPr lang="en-GB" sz="4349" b="1" dirty="0">
              <a:solidFill>
                <a:srgbClr val="C10033"/>
              </a:solidFill>
              <a:latin typeface="Verdana"/>
              <a:ea typeface="바탕"/>
              <a:cs typeface="Verdana"/>
            </a:endParaRPr>
          </a:p>
          <a:p>
            <a:pPr algn="l" defTabSz="2314030">
              <a:lnSpc>
                <a:spcPts val="3001"/>
              </a:lnSpc>
              <a:spcBef>
                <a:spcPts val="0"/>
              </a:spcBef>
              <a:defRPr/>
            </a:pPr>
            <a:r>
              <a:rPr lang="en-GB" sz="2175" b="1" dirty="0">
                <a:solidFill>
                  <a:srgbClr val="C10033"/>
                </a:solidFill>
                <a:latin typeface="Verdana"/>
                <a:cs typeface="Verdana"/>
              </a:rPr>
              <a:t>For the printing of a poster please contact </a:t>
            </a:r>
            <a:r>
              <a:rPr lang="en-GB" sz="2175" b="1">
                <a:solidFill>
                  <a:srgbClr val="C10033"/>
                </a:solidFill>
                <a:latin typeface="Verdana"/>
                <a:cs typeface="Verdana"/>
              </a:rPr>
              <a:t>our print vendor </a:t>
            </a:r>
            <a:r>
              <a:rPr lang="en-GB" sz="2175" b="1" dirty="0">
                <a:solidFill>
                  <a:srgbClr val="C10033"/>
                </a:solidFill>
                <a:latin typeface="Verdana"/>
                <a:cs typeface="Verdana"/>
              </a:rPr>
              <a:t>Canon. </a:t>
            </a:r>
            <a:endParaRPr lang="en-GB" sz="2175" dirty="0">
              <a:solidFill>
                <a:srgbClr val="C10033"/>
              </a:solidFill>
              <a:latin typeface="Verdana"/>
              <a:cs typeface="Verdana"/>
            </a:endParaRPr>
          </a:p>
          <a:p>
            <a:pPr algn="l" defTabSz="2314030">
              <a:lnSpc>
                <a:spcPts val="3001"/>
              </a:lnSpc>
              <a:spcBef>
                <a:spcPts val="0"/>
              </a:spcBef>
              <a:defRPr/>
            </a:pPr>
            <a:endParaRPr lang="en-GB" sz="2175" dirty="0">
              <a:solidFill>
                <a:srgbClr val="C10033"/>
              </a:solidFill>
              <a:latin typeface="Verdana"/>
              <a:cs typeface="Verdana"/>
            </a:endParaRPr>
          </a:p>
          <a:p>
            <a:pPr algn="l" defTabSz="2314030">
              <a:lnSpc>
                <a:spcPts val="3001"/>
              </a:lnSpc>
              <a:spcBef>
                <a:spcPts val="0"/>
              </a:spcBef>
              <a:defRPr/>
            </a:pPr>
            <a:r>
              <a:rPr lang="en-GB" sz="2175" b="1" dirty="0">
                <a:solidFill>
                  <a:srgbClr val="C10033"/>
                </a:solidFill>
                <a:latin typeface="Verdana"/>
                <a:cs typeface="Verdana"/>
              </a:rPr>
              <a:t>More information:</a:t>
            </a:r>
            <a:br>
              <a:rPr lang="en-GB" sz="2175" dirty="0">
                <a:solidFill>
                  <a:srgbClr val="C10033"/>
                </a:solidFill>
                <a:latin typeface="Verdana"/>
                <a:cs typeface="Verdana"/>
              </a:rPr>
            </a:br>
            <a:r>
              <a:rPr lang="en-GB" sz="2175" dirty="0">
                <a:solidFill>
                  <a:srgbClr val="C10033"/>
                </a:solidFill>
                <a:latin typeface="Verdana"/>
                <a:cs typeface="Verdana"/>
              </a:rPr>
              <a:t>Email: </a:t>
            </a:r>
            <a:r>
              <a:rPr lang="en-GB" sz="2175" dirty="0" err="1">
                <a:solidFill>
                  <a:srgbClr val="C10033"/>
                </a:solidFill>
                <a:latin typeface="Verdana"/>
                <a:cs typeface="Verdana"/>
              </a:rPr>
              <a:t>uu@canon.nl</a:t>
            </a:r>
            <a:endParaRPr lang="en-GB" sz="2175" dirty="0">
              <a:solidFill>
                <a:srgbClr val="C10033"/>
              </a:solidFill>
              <a:latin typeface="Verdana"/>
              <a:cs typeface="Verdana"/>
            </a:endParaRPr>
          </a:p>
          <a:p>
            <a:pPr algn="l" defTabSz="2314030">
              <a:lnSpc>
                <a:spcPts val="3001"/>
              </a:lnSpc>
              <a:spcBef>
                <a:spcPts val="0"/>
              </a:spcBef>
              <a:defRPr/>
            </a:pPr>
            <a:endParaRPr lang="en-GB" sz="2175" dirty="0">
              <a:solidFill>
                <a:srgbClr val="C10033"/>
              </a:solidFill>
              <a:latin typeface="Verdana"/>
              <a:cs typeface="Verdana"/>
            </a:endParaRPr>
          </a:p>
          <a:p>
            <a:pPr algn="l" defTabSz="2314030">
              <a:lnSpc>
                <a:spcPts val="3001"/>
              </a:lnSpc>
              <a:spcBef>
                <a:spcPts val="0"/>
              </a:spcBef>
              <a:defRPr/>
            </a:pPr>
            <a:endParaRPr lang="en-GB" sz="2175" dirty="0">
              <a:solidFill>
                <a:srgbClr val="C10033"/>
              </a:solidFill>
              <a:latin typeface="Verdana"/>
              <a:cs typeface="Verdana"/>
            </a:endParaRPr>
          </a:p>
        </p:txBody>
      </p:sp>
      <p:sp>
        <p:nvSpPr>
          <p:cNvPr id="37" name="Rechthoek 36">
            <a:extLst>
              <a:ext uri="{FF2B5EF4-FFF2-40B4-BE49-F238E27FC236}">
                <a16:creationId xmlns:a16="http://schemas.microsoft.com/office/drawing/2014/main" id="{F8C3F9D3-1532-C847-AECD-704DD7C78961}"/>
              </a:ext>
            </a:extLst>
          </p:cNvPr>
          <p:cNvSpPr/>
          <p:nvPr/>
        </p:nvSpPr>
        <p:spPr>
          <a:xfrm>
            <a:off x="1659353" y="13965776"/>
            <a:ext cx="19375781" cy="53992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957" dirty="0"/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9722A7C8-C6E5-3F4D-92B6-754BC81CDDC5}"/>
              </a:ext>
            </a:extLst>
          </p:cNvPr>
          <p:cNvSpPr txBox="1">
            <a:spLocks/>
          </p:cNvSpPr>
          <p:nvPr/>
        </p:nvSpPr>
        <p:spPr>
          <a:xfrm>
            <a:off x="1659353" y="3699992"/>
            <a:ext cx="29549804" cy="16745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5000" b="1" dirty="0">
                <a:latin typeface="Merriweather" pitchFamily="2" charset="77"/>
                <a:cs typeface="Verdana"/>
              </a:rPr>
              <a:t>Title – size 24 x 36 inch (60,96 x 91,44 cm)</a:t>
            </a:r>
          </a:p>
          <a:p>
            <a:r>
              <a:rPr lang="en-GB" sz="4000" dirty="0">
                <a:latin typeface="Merriweather" pitchFamily="2" charset="77"/>
                <a:cs typeface="Verdana"/>
              </a:rPr>
              <a:t>Subtitle</a:t>
            </a:r>
          </a:p>
        </p:txBody>
      </p:sp>
      <p:cxnSp>
        <p:nvCxnSpPr>
          <p:cNvPr id="39" name="Rechte verbindingslijn 38">
            <a:extLst>
              <a:ext uri="{FF2B5EF4-FFF2-40B4-BE49-F238E27FC236}">
                <a16:creationId xmlns:a16="http://schemas.microsoft.com/office/drawing/2014/main" id="{101778CA-EE18-3F4C-959A-801EFE65841A}"/>
              </a:ext>
            </a:extLst>
          </p:cNvPr>
          <p:cNvCxnSpPr/>
          <p:nvPr/>
        </p:nvCxnSpPr>
        <p:spPr>
          <a:xfrm flipV="1">
            <a:off x="1583213" y="6364288"/>
            <a:ext cx="29986861" cy="1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ubtitel 2">
            <a:extLst>
              <a:ext uri="{FF2B5EF4-FFF2-40B4-BE49-F238E27FC236}">
                <a16:creationId xmlns:a16="http://schemas.microsoft.com/office/drawing/2014/main" id="{1803F8D0-7ED6-C94E-97E9-09A775915736}"/>
              </a:ext>
            </a:extLst>
          </p:cNvPr>
          <p:cNvSpPr txBox="1">
            <a:spLocks/>
          </p:cNvSpPr>
          <p:nvPr/>
        </p:nvSpPr>
        <p:spPr>
          <a:xfrm>
            <a:off x="1583213" y="19984118"/>
            <a:ext cx="9443388" cy="998772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1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References</a:t>
            </a:r>
          </a:p>
          <a:p>
            <a:pPr marL="372835" indent="-372835" algn="l">
              <a:buAutoNum type="arabicPeriod"/>
            </a:pPr>
            <a:r>
              <a:rPr lang="en-GB" sz="1400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Name author</a:t>
            </a:r>
          </a:p>
          <a:p>
            <a:pPr marL="372835" indent="-372835" algn="l">
              <a:buAutoNum type="arabicPeriod"/>
            </a:pPr>
            <a:r>
              <a:rPr lang="en-GB" sz="1400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Name author</a:t>
            </a:r>
          </a:p>
        </p:txBody>
      </p: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D905E6AD-FEA8-E048-8813-F3F8148C30C8}"/>
              </a:ext>
            </a:extLst>
          </p:cNvPr>
          <p:cNvCxnSpPr/>
          <p:nvPr/>
        </p:nvCxnSpPr>
        <p:spPr>
          <a:xfrm>
            <a:off x="1583213" y="19829784"/>
            <a:ext cx="29830275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Subtitel 2">
            <a:extLst>
              <a:ext uri="{FF2B5EF4-FFF2-40B4-BE49-F238E27FC236}">
                <a16:creationId xmlns:a16="http://schemas.microsoft.com/office/drawing/2014/main" id="{E413B28D-43DF-E242-A76E-453F30AB6AC8}"/>
              </a:ext>
            </a:extLst>
          </p:cNvPr>
          <p:cNvSpPr txBox="1">
            <a:spLocks/>
          </p:cNvSpPr>
          <p:nvPr/>
        </p:nvSpPr>
        <p:spPr>
          <a:xfrm>
            <a:off x="14144528" y="14510725"/>
            <a:ext cx="6107659" cy="35080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88"/>
              </a:lnSpc>
              <a:spcBef>
                <a:spcPts val="0"/>
              </a:spcBef>
            </a:pPr>
            <a:r>
              <a:rPr lang="en-GB" sz="2392" b="1" dirty="0">
                <a:solidFill>
                  <a:srgbClr val="C10033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Figure 1</a:t>
            </a:r>
          </a:p>
          <a:p>
            <a:pPr algn="l">
              <a:lnSpc>
                <a:spcPts val="3044"/>
              </a:lnSpc>
              <a:spcBef>
                <a:spcPts val="0"/>
              </a:spcBef>
            </a:pP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Od qui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aute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as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moditaquiae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qui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adit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periatent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liquossequi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con re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doluptium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aut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et quos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repere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pera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pa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volorit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omnihit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,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ut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etus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,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ium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imoluptate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ilictamus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rempe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denisti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onsequo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esti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optatia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alit ped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mo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volupta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simus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plaut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expel mi,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tem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simolor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estemostia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volupta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quo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quat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que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quas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andelia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tinihicatus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molore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prorem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quossequas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voluptaes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dolorat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.</a:t>
            </a:r>
          </a:p>
        </p:txBody>
      </p:sp>
      <p:sp>
        <p:nvSpPr>
          <p:cNvPr id="45" name="Rechthoek 44">
            <a:extLst>
              <a:ext uri="{FF2B5EF4-FFF2-40B4-BE49-F238E27FC236}">
                <a16:creationId xmlns:a16="http://schemas.microsoft.com/office/drawing/2014/main" id="{B15C782D-310C-0D46-8239-DB6C828F7FD6}"/>
              </a:ext>
            </a:extLst>
          </p:cNvPr>
          <p:cNvSpPr/>
          <p:nvPr/>
        </p:nvSpPr>
        <p:spPr>
          <a:xfrm>
            <a:off x="21865155" y="13965776"/>
            <a:ext cx="9532555" cy="53902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57" dirty="0"/>
          </a:p>
        </p:txBody>
      </p:sp>
      <p:graphicFrame>
        <p:nvGraphicFramePr>
          <p:cNvPr id="49" name="Tabel 48">
            <a:extLst>
              <a:ext uri="{FF2B5EF4-FFF2-40B4-BE49-F238E27FC236}">
                <a16:creationId xmlns:a16="http://schemas.microsoft.com/office/drawing/2014/main" id="{80E59615-AF72-6243-9F24-9B8B88DC4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284768"/>
              </p:ext>
            </p:extLst>
          </p:nvPr>
        </p:nvGraphicFramePr>
        <p:xfrm>
          <a:off x="22448086" y="14427925"/>
          <a:ext cx="5233285" cy="43800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75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9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0935">
                <a:tc>
                  <a:txBody>
                    <a:bodyPr/>
                    <a:lstStyle/>
                    <a:p>
                      <a:pPr marL="180000"/>
                      <a:r>
                        <a:rPr lang="nl-NL" sz="2000" b="1" i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Table</a:t>
                      </a:r>
                      <a:r>
                        <a:rPr lang="nl-NL" sz="2000" b="1" i="0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nl-NL" sz="2000" b="1" i="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heading</a:t>
                      </a:r>
                      <a:endParaRPr lang="nl-NL" sz="2000" b="1" i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7429" marR="99423" marT="49712" marB="49712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sz="2000" b="1" i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7429" marR="99423" marT="49712" marB="49712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sz="2000" b="1" i="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7429" marR="99423" marT="49712" marB="49712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935">
                <a:tc>
                  <a:txBody>
                    <a:bodyPr/>
                    <a:lstStyle/>
                    <a:p>
                      <a:pPr marL="180000" indent="0"/>
                      <a:r>
                        <a:rPr lang="nl-NL" sz="200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Text</a:t>
                      </a:r>
                      <a:endParaRPr lang="nl-NL" sz="20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7429" marR="99423" marT="49712" marB="49712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80"/>
                        </a:lnSpc>
                      </a:pPr>
                      <a:endParaRPr lang="nl-NL" sz="2000" kern="12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5715" marR="195715" marT="0" marB="0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80"/>
                        </a:lnSpc>
                      </a:pPr>
                      <a:endParaRPr lang="nl-NL" sz="2000" kern="12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5715" marR="195715" marT="0" marB="0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6288">
                <a:tc>
                  <a:txBody>
                    <a:bodyPr/>
                    <a:lstStyle/>
                    <a:p>
                      <a:pPr marL="180000" indent="0"/>
                      <a:r>
                        <a:rPr lang="nl-NL" sz="200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Text</a:t>
                      </a:r>
                      <a:endParaRPr lang="nl-NL" sz="20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7429" marR="99423" marT="0" marB="0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2088170" rtl="0" eaLnBrk="1" fontAlgn="auto" latinLnBrk="0" hangingPunct="1">
                        <a:lnSpc>
                          <a:spcPts val="22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20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  <a:p>
                      <a:pPr>
                        <a:lnSpc>
                          <a:spcPts val="2280"/>
                        </a:lnSpc>
                      </a:pPr>
                      <a:endParaRPr lang="nl-NL" sz="2000" kern="12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5715" marR="195715" marT="0" marB="0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80"/>
                        </a:lnSpc>
                      </a:pPr>
                      <a:endParaRPr lang="nl-NL" sz="2000" kern="12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5715" marR="195715" marT="0" marB="0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935">
                <a:tc>
                  <a:txBody>
                    <a:bodyPr/>
                    <a:lstStyle/>
                    <a:p>
                      <a:pPr marL="180000" indent="0"/>
                      <a:r>
                        <a:rPr lang="nl-NL" sz="200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Text</a:t>
                      </a:r>
                      <a:endParaRPr lang="nl-NL" sz="20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7429" marR="99423" marT="49712" marB="49712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80"/>
                        </a:lnSpc>
                      </a:pPr>
                      <a:endParaRPr lang="nl-NL" sz="2000" kern="12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5715" marR="195715" marT="0" marB="0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9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280"/>
                        </a:lnSpc>
                      </a:pPr>
                      <a:endParaRPr lang="nl-NL" sz="2000" kern="12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5715" marR="195715" marT="0" marB="0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935">
                <a:tc>
                  <a:txBody>
                    <a:bodyPr/>
                    <a:lstStyle/>
                    <a:p>
                      <a:pPr marL="180000" indent="0"/>
                      <a:r>
                        <a:rPr lang="nl-NL" sz="2000" dirty="0" err="1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Text</a:t>
                      </a:r>
                      <a:endParaRPr lang="nl-NL" sz="20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17429" marR="99423" marT="49712" marB="49712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2088170" rtl="0" eaLnBrk="1" fontAlgn="auto" latinLnBrk="0" hangingPunct="1">
                        <a:lnSpc>
                          <a:spcPts val="22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20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5715" marR="195715" marT="0" marB="0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2088170" rtl="0" eaLnBrk="1" fontAlgn="auto" latinLnBrk="0" hangingPunct="1">
                        <a:lnSpc>
                          <a:spcPts val="22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2000" dirty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95715" marR="195715" marT="0" marB="0" anchor="ctr">
                    <a:lnL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prstClr val="whit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Subtitel 2">
            <a:extLst>
              <a:ext uri="{FF2B5EF4-FFF2-40B4-BE49-F238E27FC236}">
                <a16:creationId xmlns:a16="http://schemas.microsoft.com/office/drawing/2014/main" id="{BF037705-1347-1544-BA93-DB2FBECB43FF}"/>
              </a:ext>
            </a:extLst>
          </p:cNvPr>
          <p:cNvSpPr txBox="1">
            <a:spLocks/>
          </p:cNvSpPr>
          <p:nvPr/>
        </p:nvSpPr>
        <p:spPr>
          <a:xfrm>
            <a:off x="28239484" y="14692372"/>
            <a:ext cx="2993956" cy="27386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588"/>
              </a:lnSpc>
              <a:spcBef>
                <a:spcPts val="0"/>
              </a:spcBef>
            </a:pPr>
            <a:r>
              <a:rPr lang="en-GB" sz="2392" b="1" dirty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Table 1</a:t>
            </a:r>
          </a:p>
          <a:p>
            <a:pPr algn="l">
              <a:lnSpc>
                <a:spcPts val="3044"/>
              </a:lnSpc>
              <a:spcBef>
                <a:spcPts val="0"/>
              </a:spcBef>
            </a:pP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Od qui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aute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as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moditaquiae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qui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adit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periatent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liquossequi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con re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doluptium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aut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et quos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repere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pera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pa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volorit</a:t>
            </a:r>
            <a:r>
              <a:rPr lang="en-GB" sz="1957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 </a:t>
            </a:r>
            <a:r>
              <a:rPr lang="en-GB" sz="1957" b="1" dirty="0" err="1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omnihit</a:t>
            </a:r>
            <a:endParaRPr lang="en-GB" sz="1957" b="1" dirty="0">
              <a:solidFill>
                <a:srgbClr val="0F1012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51" name="Tekstvak 50">
            <a:extLst>
              <a:ext uri="{FF2B5EF4-FFF2-40B4-BE49-F238E27FC236}">
                <a16:creationId xmlns:a16="http://schemas.microsoft.com/office/drawing/2014/main" id="{2E342441-D5FD-5545-AF7B-F8CD4E455EFA}"/>
              </a:ext>
            </a:extLst>
          </p:cNvPr>
          <p:cNvSpPr txBox="1"/>
          <p:nvPr/>
        </p:nvSpPr>
        <p:spPr>
          <a:xfrm>
            <a:off x="1508774" y="6868344"/>
            <a:ext cx="93132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Merriweather" pitchFamily="2" charset="77"/>
              </a:rPr>
              <a:t>Title</a:t>
            </a:r>
            <a:endParaRPr lang="en-GB" sz="2000" b="1" dirty="0">
              <a:solidFill>
                <a:srgbClr val="C10033"/>
              </a:solidFill>
              <a:latin typeface="Merriweather" pitchFamily="2" charset="77"/>
            </a:endParaRPr>
          </a:p>
          <a:p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rem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volupta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eprovid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quid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quibus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quiatur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aditatum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id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quatus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etur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restrum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faccum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lautemqui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sitatem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labore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evellecae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Nam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quia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eium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ne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consendis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porpore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voluptatium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iligendanda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dolupta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tquiat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ommossi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tatusdae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reste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anderch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iliquate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odit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officaepe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dusam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dero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beatem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eumqui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acerupta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nones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veriam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nonsere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occum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que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nimolup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tatempor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andaest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eaquidit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laborere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sanihic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idebit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landam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voluptaqui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reperatque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ipsae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sitam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sedigenti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blati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acerspe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rnatus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estinte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dolendae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volupta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que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earum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omnia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quaspicias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 ad et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rempore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graphicFrame>
        <p:nvGraphicFramePr>
          <p:cNvPr id="52" name="Grafiek 51">
            <a:extLst>
              <a:ext uri="{FF2B5EF4-FFF2-40B4-BE49-F238E27FC236}">
                <a16:creationId xmlns:a16="http://schemas.microsoft.com/office/drawing/2014/main" id="{DD14696C-49B8-D641-AA1B-D52D481383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0158216"/>
              </p:ext>
            </p:extLst>
          </p:nvPr>
        </p:nvGraphicFramePr>
        <p:xfrm>
          <a:off x="1077449" y="14474228"/>
          <a:ext cx="6641763" cy="4427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3" name="Grafiek 52">
            <a:extLst>
              <a:ext uri="{FF2B5EF4-FFF2-40B4-BE49-F238E27FC236}">
                <a16:creationId xmlns:a16="http://schemas.microsoft.com/office/drawing/2014/main" id="{8D3E14F2-1244-FC4A-A181-C402DF528E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9110485"/>
              </p:ext>
            </p:extLst>
          </p:nvPr>
        </p:nvGraphicFramePr>
        <p:xfrm>
          <a:off x="7876932" y="14598920"/>
          <a:ext cx="6159281" cy="41032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4" name="Tekstvak 53">
            <a:extLst>
              <a:ext uri="{FF2B5EF4-FFF2-40B4-BE49-F238E27FC236}">
                <a16:creationId xmlns:a16="http://schemas.microsoft.com/office/drawing/2014/main" id="{18EE791D-FF38-C243-987D-0BEF91FF79A3}"/>
              </a:ext>
            </a:extLst>
          </p:cNvPr>
          <p:cNvSpPr txBox="1"/>
          <p:nvPr/>
        </p:nvSpPr>
        <p:spPr>
          <a:xfrm>
            <a:off x="7876933" y="1027993"/>
            <a:ext cx="7862188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3000" dirty="0">
                <a:latin typeface="Merriweather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Name centre/institute/</a:t>
            </a:r>
            <a:br>
              <a:rPr lang="en-GB" sz="3000" dirty="0">
                <a:latin typeface="Merriweather" pitchFamily="2" charset="77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3000" dirty="0">
                <a:latin typeface="Merriweather" pitchFamily="2" charset="77"/>
                <a:ea typeface="Open Sans" panose="020B0606030504020204" pitchFamily="34" charset="0"/>
                <a:cs typeface="Open Sans" panose="020B0606030504020204" pitchFamily="34" charset="0"/>
              </a:rPr>
              <a:t>organisational unit</a:t>
            </a:r>
          </a:p>
        </p:txBody>
      </p:sp>
      <p:sp>
        <p:nvSpPr>
          <p:cNvPr id="55" name="Tekstvak 54">
            <a:extLst>
              <a:ext uri="{FF2B5EF4-FFF2-40B4-BE49-F238E27FC236}">
                <a16:creationId xmlns:a16="http://schemas.microsoft.com/office/drawing/2014/main" id="{A4964323-808B-1345-AC7D-222A69D20FB3}"/>
              </a:ext>
            </a:extLst>
          </p:cNvPr>
          <p:cNvSpPr txBox="1">
            <a:spLocks/>
          </p:cNvSpPr>
          <p:nvPr/>
        </p:nvSpPr>
        <p:spPr>
          <a:xfrm>
            <a:off x="1706218" y="5500192"/>
            <a:ext cx="29549804" cy="83544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3914"/>
              </a:lnSpc>
            </a:pPr>
            <a:r>
              <a:rPr lang="en-GB" sz="2800" b="1" dirty="0">
                <a:solidFill>
                  <a:srgbClr val="0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Name author</a:t>
            </a:r>
          </a:p>
        </p:txBody>
      </p:sp>
      <p:sp>
        <p:nvSpPr>
          <p:cNvPr id="56" name="Subtitel 2">
            <a:extLst>
              <a:ext uri="{FF2B5EF4-FFF2-40B4-BE49-F238E27FC236}">
                <a16:creationId xmlns:a16="http://schemas.microsoft.com/office/drawing/2014/main" id="{105E345D-E29F-9A49-9A3A-4039A1C01D09}"/>
              </a:ext>
            </a:extLst>
          </p:cNvPr>
          <p:cNvSpPr txBox="1">
            <a:spLocks/>
          </p:cNvSpPr>
          <p:nvPr/>
        </p:nvSpPr>
        <p:spPr>
          <a:xfrm>
            <a:off x="16630889" y="19984117"/>
            <a:ext cx="9443388" cy="998772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GB" sz="1400" b="1" dirty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References</a:t>
            </a:r>
          </a:p>
          <a:p>
            <a:pPr marL="372835" indent="-372835" algn="l">
              <a:buAutoNum type="arabicPeriod"/>
            </a:pPr>
            <a:r>
              <a:rPr lang="en-GB" sz="1400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Name author</a:t>
            </a:r>
          </a:p>
          <a:p>
            <a:pPr marL="372835" indent="-372835" algn="l">
              <a:buAutoNum type="arabicPeriod"/>
            </a:pPr>
            <a:r>
              <a:rPr lang="en-GB" sz="1400" b="1" dirty="0">
                <a:solidFill>
                  <a:srgbClr val="0F1012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Name author</a:t>
            </a:r>
          </a:p>
        </p:txBody>
      </p:sp>
      <p:sp>
        <p:nvSpPr>
          <p:cNvPr id="57" name="Tekstvak 56">
            <a:extLst>
              <a:ext uri="{FF2B5EF4-FFF2-40B4-BE49-F238E27FC236}">
                <a16:creationId xmlns:a16="http://schemas.microsoft.com/office/drawing/2014/main" id="{E108BEF3-1FAD-CD47-AD10-993910657BF9}"/>
              </a:ext>
            </a:extLst>
          </p:cNvPr>
          <p:cNvSpPr txBox="1"/>
          <p:nvPr/>
        </p:nvSpPr>
        <p:spPr>
          <a:xfrm>
            <a:off x="11882819" y="6868344"/>
            <a:ext cx="93132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Merriweather" pitchFamily="2" charset="77"/>
              </a:rPr>
              <a:t>Title</a:t>
            </a:r>
            <a:endParaRPr lang="en-GB" sz="2000" b="1" dirty="0">
              <a:solidFill>
                <a:srgbClr val="C10033"/>
              </a:solidFill>
              <a:latin typeface="Merriweather" pitchFamily="2" charset="77"/>
            </a:endParaRPr>
          </a:p>
          <a:p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rem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volupta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eprovid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quid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quibus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quiatur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aditatum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id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quatus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etur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restrum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faccum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lautemqui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sitatem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labore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evellecae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Nam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quia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eium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ne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consendis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porpore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voluptatium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iligendanda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dolupta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tquiat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ommossi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tatusdae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reste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anderch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iliquate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odit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officaepe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dusam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dero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beatem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eumqui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acerupta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nones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veriam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nonsere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occum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que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nimolup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tatempor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andaest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eaquidit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laborere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sanihic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idebit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landam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voluptaqui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reperatque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ipsae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sitam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sedigenti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blati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acerspe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rnatus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estinte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dolendae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volupta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que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earum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omnia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quaspicias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 ad et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rempore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58" name="Tekstvak 57">
            <a:extLst>
              <a:ext uri="{FF2B5EF4-FFF2-40B4-BE49-F238E27FC236}">
                <a16:creationId xmlns:a16="http://schemas.microsoft.com/office/drawing/2014/main" id="{DF414639-8C4C-2A40-A67A-A34FAFC652C3}"/>
              </a:ext>
            </a:extLst>
          </p:cNvPr>
          <p:cNvSpPr txBox="1"/>
          <p:nvPr/>
        </p:nvSpPr>
        <p:spPr>
          <a:xfrm>
            <a:off x="22256864" y="6868344"/>
            <a:ext cx="93132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Merriweather" pitchFamily="2" charset="77"/>
              </a:rPr>
              <a:t>Title</a:t>
            </a:r>
            <a:endParaRPr lang="en-GB" sz="2000" b="1" dirty="0">
              <a:solidFill>
                <a:srgbClr val="C10033"/>
              </a:solidFill>
              <a:latin typeface="Merriweather" pitchFamily="2" charset="77"/>
            </a:endParaRPr>
          </a:p>
          <a:p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rem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volupta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eprovid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quid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quibus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quiatur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aditatum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id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quatus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etur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restrum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faccum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lautemqui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sitatem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labore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evellecae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Nam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quia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eium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ne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consendis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porpore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ente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voluptatium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iligendanda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dolupta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tquiat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ommossi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tatusdae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reste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anderch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iliquate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odit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officaepe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dusam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dero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beatem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eumqui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acerupta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nones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veriam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nonsere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occum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que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nimolup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tatempor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andaest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es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eaquidit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laborere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sanihic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idebit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landam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voluptaqui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reperatque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ipsae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sitam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sedigenti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blati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acerspe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rnatus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estinte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dolendae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et,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volupta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que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earum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esti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omnia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quaspicias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 ad et </a:t>
            </a:r>
            <a:r>
              <a:rPr lang="en-GB" sz="2000" dirty="0" err="1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rempore</a:t>
            </a:r>
            <a:r>
              <a:rPr lang="en-GB" sz="2000" dirty="0">
                <a:solidFill>
                  <a:srgbClr val="0F101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59" name="Tekstvak 58">
            <a:extLst>
              <a:ext uri="{FF2B5EF4-FFF2-40B4-BE49-F238E27FC236}">
                <a16:creationId xmlns:a16="http://schemas.microsoft.com/office/drawing/2014/main" id="{F49D909F-42F7-0648-AA5E-4B62B4C33843}"/>
              </a:ext>
            </a:extLst>
          </p:cNvPr>
          <p:cNvSpPr txBox="1">
            <a:spLocks/>
          </p:cNvSpPr>
          <p:nvPr/>
        </p:nvSpPr>
        <p:spPr>
          <a:xfrm>
            <a:off x="1607922" y="21077008"/>
            <a:ext cx="29549804" cy="4646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3914"/>
              </a:lnSpc>
            </a:pPr>
            <a:r>
              <a:rPr lang="en-GB" sz="2800" b="1" dirty="0" err="1">
                <a:solidFill>
                  <a:srgbClr val="0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uu.nl</a:t>
            </a:r>
            <a:r>
              <a:rPr lang="en-GB" sz="2800" b="1" dirty="0">
                <a:solidFill>
                  <a:srgbClr val="000000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/</a:t>
            </a:r>
          </a:p>
        </p:txBody>
      </p:sp>
      <p:sp>
        <p:nvSpPr>
          <p:cNvPr id="60" name="Rechthoek 59">
            <a:extLst>
              <a:ext uri="{FF2B5EF4-FFF2-40B4-BE49-F238E27FC236}">
                <a16:creationId xmlns:a16="http://schemas.microsoft.com/office/drawing/2014/main" id="{4BE76C16-EB21-5E42-A96A-AB333F3F54BD}"/>
              </a:ext>
            </a:extLst>
          </p:cNvPr>
          <p:cNvSpPr/>
          <p:nvPr/>
        </p:nvSpPr>
        <p:spPr>
          <a:xfrm>
            <a:off x="1508774" y="21635793"/>
            <a:ext cx="16456611" cy="2596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87" i="1" dirty="0">
                <a:latin typeface="Open Sans" panose="020B0606030504020204" pitchFamily="34" charset="0"/>
              </a:rPr>
              <a:t>The information has been compiled with the utmost care but no rights can be derived from its contents.</a:t>
            </a:r>
          </a:p>
        </p:txBody>
      </p:sp>
    </p:spTree>
    <p:extLst>
      <p:ext uri="{BB962C8B-B14F-4D97-AF65-F5344CB8AC3E}">
        <p14:creationId xmlns:p14="http://schemas.microsoft.com/office/powerpoint/2010/main" val="1435791218"/>
      </p:ext>
    </p:extLst>
  </p:cSld>
  <p:clrMapOvr>
    <a:masterClrMapping/>
  </p:clrMapOvr>
</p:sld>
</file>

<file path=ppt/theme/theme1.xml><?xml version="1.0" encoding="utf-8"?>
<a:theme xmlns:a="http://schemas.openxmlformats.org/drawingml/2006/main" name="Thema_UU">
  <a:themeElements>
    <a:clrScheme name="UU_Kleurenpalet voor MS Office">
      <a:dk1>
        <a:srgbClr val="000000"/>
      </a:dk1>
      <a:lt1>
        <a:srgbClr val="FFFFFF"/>
      </a:lt1>
      <a:dk2>
        <a:srgbClr val="C00935"/>
      </a:dk2>
      <a:lt2>
        <a:srgbClr val="D9D9D9"/>
      </a:lt2>
      <a:accent1>
        <a:srgbClr val="FFCD00"/>
      </a:accent1>
      <a:accent2>
        <a:srgbClr val="DD9562"/>
      </a:accent2>
      <a:accent3>
        <a:srgbClr val="911D56"/>
      </a:accent3>
      <a:accent4>
        <a:srgbClr val="63A593"/>
      </a:accent4>
      <a:accent5>
        <a:srgbClr val="161D41"/>
      </a:accent5>
      <a:accent6>
        <a:srgbClr val="6686C3"/>
      </a:accent6>
      <a:hlink>
        <a:srgbClr val="52287F"/>
      </a:hlink>
      <a:folHlink>
        <a:srgbClr val="623E2B"/>
      </a:folHlink>
    </a:clrScheme>
    <a:fontScheme name="Lettertype UU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hema_UU" id="{69539A96-05D9-9F44-937C-76FDE5EEAA32}" vid="{C9683E3C-EB62-FC4E-89BA-4F8478459AA6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Thema_UU</Template>
  <TotalTime>2455</TotalTime>
  <Words>579</Words>
  <Application>Microsoft Macintosh PowerPoint</Application>
  <PresentationFormat>Aangepast</PresentationFormat>
  <Paragraphs>46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9" baseType="lpstr">
      <vt:lpstr>Arial</vt:lpstr>
      <vt:lpstr>Calibri</vt:lpstr>
      <vt:lpstr>Merriweather</vt:lpstr>
      <vt:lpstr>Merriweather Regular</vt:lpstr>
      <vt:lpstr>Open Sans</vt:lpstr>
      <vt:lpstr>Open Sans SemiBold</vt:lpstr>
      <vt:lpstr>Verdana</vt:lpstr>
      <vt:lpstr>Thema_UU</vt:lpstr>
      <vt:lpstr>PowerPoint-presentatie</vt:lpstr>
    </vt:vector>
  </TitlesOfParts>
  <Company>UU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Frouke</dc:creator>
  <cp:lastModifiedBy>Leufkens, E.L.W. (Erwin)</cp:lastModifiedBy>
  <cp:revision>286</cp:revision>
  <cp:lastPrinted>2015-10-14T14:40:41Z</cp:lastPrinted>
  <dcterms:created xsi:type="dcterms:W3CDTF">2013-01-24T08:51:25Z</dcterms:created>
  <dcterms:modified xsi:type="dcterms:W3CDTF">2022-05-16T11:07:27Z</dcterms:modified>
</cp:coreProperties>
</file>