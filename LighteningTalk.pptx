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0" r:id="rId1"/>
  </p:sldMasterIdLst>
  <p:notesMasterIdLst>
    <p:notesMasterId r:id="rId5"/>
  </p:notesMasterIdLst>
  <p:handoutMasterIdLst>
    <p:handoutMasterId r:id="rId6"/>
  </p:handoutMasterIdLst>
  <p:sldIdLst>
    <p:sldId id="277" r:id="rId2"/>
    <p:sldId id="278" r:id="rId3"/>
    <p:sldId id="279" r:id="rId4"/>
  </p:sldIdLst>
  <p:sldSz cx="12195175" cy="6858000"/>
  <p:notesSz cx="6858000" cy="9144000"/>
  <p:embeddedFontLst>
    <p:embeddedFont>
      <p:font typeface="Merriweather Light" panose="00000400000000000000" pitchFamily="2" charset="0"/>
      <p:regular r:id="rId7"/>
      <p:italic r:id="rId8"/>
    </p:embeddedFont>
    <p:embeddedFont>
      <p:font typeface="Merriweather Regular" panose="02010600030101010101" charset="0"/>
      <p:regular r:id="rId9"/>
      <p:bold r:id="rId10"/>
      <p:italic r:id="rId11"/>
      <p:boldItalic r:id="rId12"/>
    </p:embeddedFont>
    <p:embeddedFont>
      <p:font typeface="Open Sans" panose="020B0606030504020204" pitchFamily="34" charset="0"/>
      <p:regular r:id="rId13"/>
      <p:bold r:id="rId14"/>
      <p:italic r:id="rId15"/>
      <p:boldItalic r:id="rId16"/>
    </p:embeddedFont>
    <p:embeddedFont>
      <p:font typeface="Open Sans Light" panose="020B0306030504020204" pitchFamily="34" charset="0"/>
      <p:regular r:id="rId17"/>
      <p:italic r:id="rId18"/>
    </p:embeddedFont>
    <p:embeddedFont>
      <p:font typeface="Verdana" panose="020B0604030504040204" pitchFamily="34" charset="0"/>
      <p:regular r:id="rId19"/>
      <p:bold r:id="rId20"/>
      <p:italic r:id="rId21"/>
      <p:boldItalic r:id="rId22"/>
    </p:embeddedFont>
  </p:embeddedFontLst>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0">
          <p15:clr>
            <a:srgbClr val="A4A3A4"/>
          </p15:clr>
        </p15:guide>
        <p15:guide id="2" orient="horz" pos="4038">
          <p15:clr>
            <a:srgbClr val="A4A3A4"/>
          </p15:clr>
        </p15:guide>
        <p15:guide id="3" orient="horz" pos="989">
          <p15:clr>
            <a:srgbClr val="A4A3A4"/>
          </p15:clr>
        </p15:guide>
        <p15:guide id="4" orient="horz" pos="2682">
          <p15:clr>
            <a:srgbClr val="A4A3A4"/>
          </p15:clr>
        </p15:guide>
        <p15:guide id="5" orient="horz" pos="104">
          <p15:clr>
            <a:srgbClr val="A4A3A4"/>
          </p15:clr>
        </p15:guide>
        <p15:guide id="6" orient="horz" pos="3351">
          <p15:clr>
            <a:srgbClr val="A4A3A4"/>
          </p15:clr>
        </p15:guide>
        <p15:guide id="7" orient="horz" pos="3181">
          <p15:clr>
            <a:srgbClr val="A4A3A4"/>
          </p15:clr>
        </p15:guide>
        <p15:guide id="8" orient="horz" pos="1074">
          <p15:clr>
            <a:srgbClr val="A4A3A4"/>
          </p15:clr>
        </p15:guide>
        <p15:guide id="9" orient="horz" pos="3593">
          <p15:clr>
            <a:srgbClr val="A4A3A4"/>
          </p15:clr>
        </p15:guide>
        <p15:guide id="10" pos="3777">
          <p15:clr>
            <a:srgbClr val="A4A3A4"/>
          </p15:clr>
        </p15:guide>
        <p15:guide id="11" pos="739">
          <p15:clr>
            <a:srgbClr val="A4A3A4"/>
          </p15:clr>
        </p15:guide>
        <p15:guide id="12" pos="7273">
          <p15:clr>
            <a:srgbClr val="A4A3A4"/>
          </p15:clr>
        </p15:guide>
        <p15:guide id="13" pos="1604">
          <p15:clr>
            <a:srgbClr val="A4A3A4"/>
          </p15:clr>
        </p15:guide>
        <p15:guide id="14" pos="5145">
          <p15:clr>
            <a:srgbClr val="A4A3A4"/>
          </p15:clr>
        </p15:guide>
        <p15:guide id="15" pos="5282">
          <p15:clr>
            <a:srgbClr val="A4A3A4"/>
          </p15:clr>
        </p15:guide>
        <p15:guide id="16" pos="1447">
          <p15:clr>
            <a:srgbClr val="A4A3A4"/>
          </p15:clr>
        </p15:guide>
        <p15:guide id="17" pos="6651">
          <p15:clr>
            <a:srgbClr val="A4A3A4"/>
          </p15:clr>
        </p15:guide>
        <p15:guide id="18" pos="361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3F2B"/>
    <a:srgbClr val="522980"/>
    <a:srgbClr val="6687C3"/>
    <a:srgbClr val="171D42"/>
    <a:srgbClr val="63A593"/>
    <a:srgbClr val="921E56"/>
    <a:srgbClr val="DD9562"/>
    <a:srgbClr val="D49562"/>
    <a:srgbClr val="D49868"/>
    <a:srgbClr val="C00A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69" autoAdjust="0"/>
    <p:restoredTop sz="94647"/>
  </p:normalViewPr>
  <p:slideViewPr>
    <p:cSldViewPr snapToGrid="0">
      <p:cViewPr varScale="1">
        <p:scale>
          <a:sx n="152" d="100"/>
          <a:sy n="152" d="100"/>
        </p:scale>
        <p:origin x="524" y="104"/>
      </p:cViewPr>
      <p:guideLst>
        <p:guide orient="horz" pos="1530"/>
        <p:guide orient="horz" pos="4038"/>
        <p:guide orient="horz" pos="989"/>
        <p:guide orient="horz" pos="2682"/>
        <p:guide orient="horz" pos="104"/>
        <p:guide orient="horz" pos="3351"/>
        <p:guide orient="horz" pos="3181"/>
        <p:guide orient="horz" pos="1074"/>
        <p:guide orient="horz" pos="3593"/>
        <p:guide pos="3777"/>
        <p:guide pos="739"/>
        <p:guide pos="7273"/>
        <p:guide pos="1604"/>
        <p:guide pos="5145"/>
        <p:guide pos="5282"/>
        <p:guide pos="1447"/>
        <p:guide pos="6651"/>
        <p:guide pos="3614"/>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70" d="100"/>
          <a:sy n="170" d="100"/>
        </p:scale>
        <p:origin x="546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5.fnt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font" Target="fonts/font5.fntdata"/><Relationship Id="rId24" Type="http://schemas.openxmlformats.org/officeDocument/2006/relationships/viewProps" Target="viewProps.xml"/><Relationship Id="rId5" Type="http://schemas.openxmlformats.org/officeDocument/2006/relationships/notesMaster" Target="notesMasters/notesMaster1.xml"/><Relationship Id="rId15" Type="http://schemas.openxmlformats.org/officeDocument/2006/relationships/font" Target="fonts/font9.fntdata"/><Relationship Id="rId23" Type="http://schemas.openxmlformats.org/officeDocument/2006/relationships/presProps" Target="presProp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quan Hu" userId="b61cd0fe6660cd38" providerId="LiveId" clId="{81B6C200-0A9E-4411-8423-8CD1963A3770}"/>
    <pc:docChg chg="modSld">
      <pc:chgData name="Yiquan Hu" userId="b61cd0fe6660cd38" providerId="LiveId" clId="{81B6C200-0A9E-4411-8423-8CD1963A3770}" dt="2026-03-03T11:16:10.096" v="0" actId="20577"/>
      <pc:docMkLst>
        <pc:docMk/>
      </pc:docMkLst>
      <pc:sldChg chg="modSp mod">
        <pc:chgData name="Yiquan Hu" userId="b61cd0fe6660cd38" providerId="LiveId" clId="{81B6C200-0A9E-4411-8423-8CD1963A3770}" dt="2026-03-03T11:16:10.096" v="0" actId="20577"/>
        <pc:sldMkLst>
          <pc:docMk/>
          <pc:sldMk cId="2832337426" sldId="277"/>
        </pc:sldMkLst>
        <pc:spChg chg="mod">
          <ac:chgData name="Yiquan Hu" userId="b61cd0fe6660cd38" providerId="LiveId" clId="{81B6C200-0A9E-4411-8423-8CD1963A3770}" dt="2026-03-03T11:16:10.096" v="0" actId="20577"/>
          <ac:spMkLst>
            <pc:docMk/>
            <pc:sldMk cId="2832337426" sldId="277"/>
            <ac:spMk id="9" creationId="{EF924B14-A78A-4815-5A09-17DC5EABFF5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latin typeface="Merriweather Regular" panose="02060503050406030704" pitchFamily="18" charset="77"/>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6D562E9-F970-40C5-8076-BA5383048925}" type="datetimeFigureOut">
              <a:rPr lang="en-GB" smtClean="0">
                <a:latin typeface="Merriweather Regular" panose="02060503050406030704" pitchFamily="18" charset="77"/>
              </a:rPr>
              <a:t>03/03/2026</a:t>
            </a:fld>
            <a:endParaRPr lang="en-GB">
              <a:latin typeface="Merriweather Regular" panose="02060503050406030704" pitchFamily="18" charset="77"/>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latin typeface="Merriweather Regular" panose="02060503050406030704" pitchFamily="18" charset="77"/>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517BDD4-EA2B-47CA-A27F-5DCC43F23FEF}" type="slidenum">
              <a:rPr lang="en-GB" smtClean="0">
                <a:latin typeface="Merriweather Regular" panose="02060503050406030704" pitchFamily="18" charset="77"/>
              </a:rPr>
              <a:t>‹#›</a:t>
            </a:fld>
            <a:endParaRPr lang="en-GB">
              <a:latin typeface="Merriweather Regular" panose="02060503050406030704" pitchFamily="18" charset="77"/>
            </a:endParaRPr>
          </a:p>
        </p:txBody>
      </p:sp>
    </p:spTree>
    <p:extLst>
      <p:ext uri="{BB962C8B-B14F-4D97-AF65-F5344CB8AC3E}">
        <p14:creationId xmlns:p14="http://schemas.microsoft.com/office/powerpoint/2010/main" val="2868726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Merriweather Regular" panose="02060503050406030704" pitchFamily="18" charset="77"/>
              </a:defRPr>
            </a:lvl1pPr>
          </a:lstStyle>
          <a:p>
            <a:endParaRPr lang="en-GB"/>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Merriweather Regular" panose="02060503050406030704" pitchFamily="18" charset="77"/>
              </a:defRPr>
            </a:lvl1pPr>
          </a:lstStyle>
          <a:p>
            <a:fld id="{7CAC0B33-3943-42F1-973C-9CDD51C76BBD}" type="datetimeFigureOut">
              <a:rPr lang="en-GB" smtClean="0"/>
              <a:pPr/>
              <a:t>03/03/2026</a:t>
            </a:fld>
            <a:endParaRPr lang="en-GB"/>
          </a:p>
        </p:txBody>
      </p:sp>
      <p:sp>
        <p:nvSpPr>
          <p:cNvPr id="4" name="Tijdelijke aanduiding voor dia-afbeelding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Merriweather Regular" panose="02060503050406030704" pitchFamily="18" charset="77"/>
              </a:defRPr>
            </a:lvl1pPr>
          </a:lstStyle>
          <a:p>
            <a:endParaRPr lang="en-GB"/>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Merriweather Regular" panose="02060503050406030704" pitchFamily="18" charset="77"/>
              </a:defRPr>
            </a:lvl1pPr>
          </a:lstStyle>
          <a:p>
            <a:fld id="{697381A9-0C9E-4D3A-A28B-AC4E168A57BC}" type="slidenum">
              <a:rPr lang="en-GB" smtClean="0"/>
              <a:pPr/>
              <a:t>‹#›</a:t>
            </a:fld>
            <a:endParaRPr lang="en-GB"/>
          </a:p>
        </p:txBody>
      </p:sp>
    </p:spTree>
    <p:extLst>
      <p:ext uri="{BB962C8B-B14F-4D97-AF65-F5344CB8AC3E}">
        <p14:creationId xmlns:p14="http://schemas.microsoft.com/office/powerpoint/2010/main" val="2800893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erriweather Regular" panose="02060503050406030704" pitchFamily="18" charset="77"/>
        <a:ea typeface="+mn-ea"/>
        <a:cs typeface="+mn-cs"/>
      </a:defRPr>
    </a:lvl1pPr>
    <a:lvl2pPr marL="457200" algn="l" defTabSz="914400" rtl="0" eaLnBrk="1" latinLnBrk="0" hangingPunct="1">
      <a:defRPr sz="1200" b="0" i="0" kern="1200">
        <a:solidFill>
          <a:schemeClr val="tx1"/>
        </a:solidFill>
        <a:latin typeface="Merriweather Regular" panose="02060503050406030704" pitchFamily="18" charset="77"/>
        <a:ea typeface="+mn-ea"/>
        <a:cs typeface="+mn-cs"/>
      </a:defRPr>
    </a:lvl2pPr>
    <a:lvl3pPr marL="914400" algn="l" defTabSz="914400" rtl="0" eaLnBrk="1" latinLnBrk="0" hangingPunct="1">
      <a:defRPr sz="1200" b="0" i="0" kern="1200">
        <a:solidFill>
          <a:schemeClr val="tx1"/>
        </a:solidFill>
        <a:latin typeface="Merriweather Regular" panose="02060503050406030704" pitchFamily="18" charset="77"/>
        <a:ea typeface="+mn-ea"/>
        <a:cs typeface="+mn-cs"/>
      </a:defRPr>
    </a:lvl3pPr>
    <a:lvl4pPr marL="1371600" algn="l" defTabSz="914400" rtl="0" eaLnBrk="1" latinLnBrk="0" hangingPunct="1">
      <a:defRPr sz="1200" b="0" i="0" kern="1200">
        <a:solidFill>
          <a:schemeClr val="tx1"/>
        </a:solidFill>
        <a:latin typeface="Merriweather Regular" panose="02060503050406030704" pitchFamily="18" charset="77"/>
        <a:ea typeface="+mn-ea"/>
        <a:cs typeface="+mn-cs"/>
      </a:defRPr>
    </a:lvl4pPr>
    <a:lvl5pPr marL="1828800" algn="l" defTabSz="914400" rtl="0" eaLnBrk="1" latinLnBrk="0" hangingPunct="1">
      <a:defRPr sz="1200" b="0" i="0" kern="1200">
        <a:solidFill>
          <a:schemeClr val="tx1"/>
        </a:solidFill>
        <a:latin typeface="Merriweather Regular" panose="02060503050406030704" pitchFamily="18"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Separate factors into logical groups: Failure like F,N factors are explained at the 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Merge repeated norm reasons: For example, The agent skipped getting coffee from Ann's office because they were not allowed to go to Ann's office, or go to the kitchen. Merge the prohibited actions into one sentence for simplicity.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Follow logical hierarchy: Goal → Chosen action → Preference → Norm → Failure</a:t>
            </a:r>
            <a:endParaRPr lang="zh-CN" altLang="en-US" dirty="0"/>
          </a:p>
        </p:txBody>
      </p:sp>
      <p:sp>
        <p:nvSpPr>
          <p:cNvPr id="4" name="灯片编号占位符 3"/>
          <p:cNvSpPr>
            <a:spLocks noGrp="1"/>
          </p:cNvSpPr>
          <p:nvPr>
            <p:ph type="sldNum" sz="quarter" idx="5"/>
          </p:nvPr>
        </p:nvSpPr>
        <p:spPr/>
        <p:txBody>
          <a:bodyPr/>
          <a:lstStyle/>
          <a:p>
            <a:fld id="{697381A9-0C9E-4D3A-A28B-AC4E168A57BC}" type="slidenum">
              <a:rPr lang="en-GB" smtClean="0"/>
              <a:pPr/>
              <a:t>2</a:t>
            </a:fld>
            <a:endParaRPr lang="en-GB"/>
          </a:p>
        </p:txBody>
      </p:sp>
    </p:spTree>
    <p:extLst>
      <p:ext uri="{BB962C8B-B14F-4D97-AF65-F5344CB8AC3E}">
        <p14:creationId xmlns:p14="http://schemas.microsoft.com/office/powerpoint/2010/main" val="5809081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yellow">
    <p:bg bwMode="gray">
      <p:bgPr>
        <a:solidFill>
          <a:schemeClr val="accent1"/>
        </a:solidFill>
        <a:effectLst/>
      </p:bgPr>
    </p:bg>
    <p:spTree>
      <p:nvGrpSpPr>
        <p:cNvPr id="1" name=""/>
        <p:cNvGrpSpPr/>
        <p:nvPr/>
      </p:nvGrpSpPr>
      <p:grpSpPr>
        <a:xfrm>
          <a:off x="0" y="0"/>
          <a:ext cx="0" cy="0"/>
          <a:chOff x="0" y="0"/>
          <a:chExt cx="0" cy="0"/>
        </a:xfrm>
      </p:grpSpPr>
      <p:sp>
        <p:nvSpPr>
          <p:cNvPr id="9" name="Tijdelijke aanduiding voor datum 3">
            <a:extLst>
              <a:ext uri="{FF2B5EF4-FFF2-40B4-BE49-F238E27FC236}">
                <a16:creationId xmlns:a16="http://schemas.microsoft.com/office/drawing/2014/main" id="{9F183073-10E5-1148-8165-AEA6349E146A}"/>
              </a:ext>
            </a:extLst>
          </p:cNvPr>
          <p:cNvSpPr>
            <a:spLocks noGrp="1"/>
          </p:cNvSpPr>
          <p:nvPr>
            <p:ph type="dt" sz="half" idx="10"/>
          </p:nvPr>
        </p:nvSpPr>
        <p:spPr>
          <a:xfrm>
            <a:off x="9985375" y="512910"/>
            <a:ext cx="1853435" cy="216025"/>
          </a:xfrm>
          <a:prstGeom prst="rect">
            <a:avLst/>
          </a:prstGeom>
        </p:spPr>
        <p:txBody>
          <a:bodyPr/>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DD </a:t>
            </a:r>
            <a:r>
              <a:rPr lang="nl-NL" dirty="0" err="1"/>
              <a:t>Month</a:t>
            </a:r>
            <a:r>
              <a:rPr lang="nl-NL" dirty="0"/>
              <a:t> YYYY</a:t>
            </a:r>
            <a:endParaRPr lang="en-GB" dirty="0"/>
          </a:p>
        </p:txBody>
      </p:sp>
      <p:sp>
        <p:nvSpPr>
          <p:cNvPr id="31" name="Tijdelijke aanduiding voor tekst 30">
            <a:extLst>
              <a:ext uri="{FF2B5EF4-FFF2-40B4-BE49-F238E27FC236}">
                <a16:creationId xmlns:a16="http://schemas.microsoft.com/office/drawing/2014/main" id="{E6D5F428-993B-6A4C-A7CE-238F44C7C548}"/>
              </a:ext>
            </a:extLst>
          </p:cNvPr>
          <p:cNvSpPr>
            <a:spLocks noGrp="1"/>
          </p:cNvSpPr>
          <p:nvPr>
            <p:ph type="body" sz="quarter" idx="14" hasCustomPrompt="1"/>
          </p:nvPr>
        </p:nvSpPr>
        <p:spPr>
          <a:xfrm>
            <a:off x="2575859" y="501834"/>
            <a:ext cx="7008532" cy="227101"/>
          </a:xfrm>
          <a:prstGeom prst="rect">
            <a:avLst/>
          </a:prstGeom>
        </p:spPr>
        <p:txBody>
          <a:bodyPr/>
          <a:lstStyle>
            <a:lvl1pPr algn="ctr">
              <a:defRPr sz="1200" b="0" i="0" u="none" cap="all" spc="50" baseline="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Name sub-</a:t>
            </a:r>
            <a:r>
              <a:rPr lang="nl-NL" dirty="0" err="1"/>
              <a:t>sender</a:t>
            </a:r>
            <a:endParaRPr lang="nl-NL" dirty="0"/>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575177" y="5800328"/>
            <a:ext cx="5044821" cy="217169"/>
          </a:xfrm>
          <a:prstGeom prst="rect">
            <a:avLst/>
          </a:prstGeom>
        </p:spPr>
        <p:txBody>
          <a:bodyPr/>
          <a:lstStyle>
            <a:lvl1pPr algn="ctr">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dirty="0"/>
              <a:t>Name </a:t>
            </a:r>
            <a:r>
              <a:rPr lang="nl-NL" dirty="0" err="1"/>
              <a:t>Lastname</a:t>
            </a:r>
            <a:endParaRPr lang="nl-NL" dirty="0"/>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575177" y="6017497"/>
            <a:ext cx="5044821"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Job </a:t>
            </a:r>
            <a:r>
              <a:rPr lang="nl-NL" dirty="0" err="1"/>
              <a:t>title</a:t>
            </a:r>
            <a:endParaRPr lang="nl-NL" dirty="0"/>
          </a:p>
        </p:txBody>
      </p:sp>
      <p:sp>
        <p:nvSpPr>
          <p:cNvPr id="41" name="Titel 1">
            <a:extLst>
              <a:ext uri="{FF2B5EF4-FFF2-40B4-BE49-F238E27FC236}">
                <a16:creationId xmlns:a16="http://schemas.microsoft.com/office/drawing/2014/main" id="{75804E32-4442-4548-B1CA-E4A4F92AB285}"/>
              </a:ext>
            </a:extLst>
          </p:cNvPr>
          <p:cNvSpPr>
            <a:spLocks noGrp="1"/>
          </p:cNvSpPr>
          <p:nvPr>
            <p:ph type="ctrTitle" hasCustomPrompt="1"/>
          </p:nvPr>
        </p:nvSpPr>
        <p:spPr>
          <a:xfrm>
            <a:off x="393291" y="1196750"/>
            <a:ext cx="11374639" cy="4603578"/>
          </a:xfrm>
          <a:prstGeom prst="rect">
            <a:avLst/>
          </a:prstGeom>
        </p:spPr>
        <p:txBody>
          <a:bodyPr anchor="ctr" anchorCtr="0"/>
          <a:lstStyle>
            <a:lvl1pPr algn="ctr">
              <a:defRPr sz="4100" b="0" i="1">
                <a:latin typeface="Merriweather Light" pitchFamily="2" charset="77"/>
              </a:defRPr>
            </a:lvl1pPr>
          </a:lstStyle>
          <a:p>
            <a:r>
              <a:rPr lang="en-GB" dirty="0"/>
              <a:t>Place your attention-grabbing</a:t>
            </a:r>
            <a:br>
              <a:rPr lang="en-GB" dirty="0"/>
            </a:br>
            <a:r>
              <a:rPr lang="en-GB" dirty="0"/>
              <a:t>headline here</a:t>
            </a:r>
          </a:p>
        </p:txBody>
      </p:sp>
      <p:pic>
        <p:nvPicPr>
          <p:cNvPr id="8" name="Afbeelding 7">
            <a:extLst>
              <a:ext uri="{FF2B5EF4-FFF2-40B4-BE49-F238E27FC236}">
                <a16:creationId xmlns:a16="http://schemas.microsoft.com/office/drawing/2014/main" id="{1B124921-6D99-1843-8DC4-1353F1BF18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6845" cy="1268759"/>
          </a:xfrm>
          <a:prstGeom prst="rect">
            <a:avLst/>
          </a:prstGeom>
        </p:spPr>
      </p:pic>
    </p:spTree>
    <p:extLst>
      <p:ext uri="{BB962C8B-B14F-4D97-AF65-F5344CB8AC3E}">
        <p14:creationId xmlns:p14="http://schemas.microsoft.com/office/powerpoint/2010/main" val="2234253795"/>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11">
          <p15:clr>
            <a:srgbClr val="FBAE40"/>
          </p15:clr>
        </p15:guide>
        <p15:guide id="7" pos="6200">
          <p15:clr>
            <a:srgbClr val="FBAE40"/>
          </p15:clr>
        </p15:guide>
        <p15:guide id="8" pos="6290">
          <p15:clr>
            <a:srgbClr val="FBAE40"/>
          </p15:clr>
        </p15:guide>
        <p15:guide id="9" pos="4998">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8" orient="horz" pos="754" userDrawn="1">
          <p15:clr>
            <a:srgbClr val="FBAE40"/>
          </p15:clr>
        </p15:guide>
        <p15:guide id="19" orient="horz" pos="211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hite">
    <p:bg bwMode="gray">
      <p:bgPr>
        <a:solidFill>
          <a:schemeClr val="bg1"/>
        </a:solidFill>
        <a:effectLst/>
      </p:bgPr>
    </p:bg>
    <p:spTree>
      <p:nvGrpSpPr>
        <p:cNvPr id="1" name=""/>
        <p:cNvGrpSpPr/>
        <p:nvPr/>
      </p:nvGrpSpPr>
      <p:grpSpPr>
        <a:xfrm>
          <a:off x="0" y="0"/>
          <a:ext cx="0" cy="0"/>
          <a:chOff x="0" y="0"/>
          <a:chExt cx="0" cy="0"/>
        </a:xfrm>
      </p:grpSpPr>
      <p:sp>
        <p:nvSpPr>
          <p:cNvPr id="9" name="Tijdelijke aanduiding voor datum 3">
            <a:extLst>
              <a:ext uri="{FF2B5EF4-FFF2-40B4-BE49-F238E27FC236}">
                <a16:creationId xmlns:a16="http://schemas.microsoft.com/office/drawing/2014/main" id="{9F183073-10E5-1148-8165-AEA6349E146A}"/>
              </a:ext>
            </a:extLst>
          </p:cNvPr>
          <p:cNvSpPr>
            <a:spLocks noGrp="1"/>
          </p:cNvSpPr>
          <p:nvPr>
            <p:ph type="dt" sz="half" idx="10"/>
          </p:nvPr>
        </p:nvSpPr>
        <p:spPr>
          <a:xfrm>
            <a:off x="9985375" y="512910"/>
            <a:ext cx="1853435" cy="216025"/>
          </a:xfrm>
          <a:prstGeom prst="rect">
            <a:avLst/>
          </a:prstGeom>
        </p:spPr>
        <p:txBody>
          <a:bodyPr/>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DD </a:t>
            </a:r>
            <a:r>
              <a:rPr lang="nl-NL" dirty="0" err="1"/>
              <a:t>Month</a:t>
            </a:r>
            <a:r>
              <a:rPr lang="nl-NL" dirty="0"/>
              <a:t> YYYY</a:t>
            </a:r>
            <a:endParaRPr lang="en-GB" dirty="0"/>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578214" y="5800328"/>
            <a:ext cx="5038747" cy="199729"/>
          </a:xfrm>
          <a:prstGeom prst="rect">
            <a:avLst/>
          </a:prstGeom>
        </p:spPr>
        <p:txBody>
          <a:bodyPr/>
          <a:lstStyle>
            <a:lvl1pPr algn="ctr">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dirty="0"/>
              <a:t>Name </a:t>
            </a:r>
            <a:r>
              <a:rPr lang="nl-NL" dirty="0" err="1"/>
              <a:t>Lastname</a:t>
            </a:r>
            <a:endParaRPr lang="nl-NL" dirty="0"/>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578225" y="6017497"/>
            <a:ext cx="5038725"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Job </a:t>
            </a:r>
            <a:r>
              <a:rPr lang="nl-NL" dirty="0" err="1"/>
              <a:t>title</a:t>
            </a:r>
            <a:endParaRPr lang="nl-NL" dirty="0"/>
          </a:p>
        </p:txBody>
      </p:sp>
      <p:sp>
        <p:nvSpPr>
          <p:cNvPr id="8" name="Titel 1">
            <a:extLst>
              <a:ext uri="{FF2B5EF4-FFF2-40B4-BE49-F238E27FC236}">
                <a16:creationId xmlns:a16="http://schemas.microsoft.com/office/drawing/2014/main" id="{8D0FC209-A5EA-0147-8CC1-DEEC093C7247}"/>
              </a:ext>
            </a:extLst>
          </p:cNvPr>
          <p:cNvSpPr>
            <a:spLocks noGrp="1"/>
          </p:cNvSpPr>
          <p:nvPr>
            <p:ph type="ctrTitle" hasCustomPrompt="1"/>
          </p:nvPr>
        </p:nvSpPr>
        <p:spPr>
          <a:xfrm>
            <a:off x="393291" y="1196750"/>
            <a:ext cx="11374639" cy="4603578"/>
          </a:xfrm>
          <a:prstGeom prst="rect">
            <a:avLst/>
          </a:prstGeom>
        </p:spPr>
        <p:txBody>
          <a:bodyPr anchor="ctr" anchorCtr="0"/>
          <a:lstStyle>
            <a:lvl1pPr algn="ctr">
              <a:defRPr sz="4100" b="0" i="1">
                <a:latin typeface="Merriweather Light" pitchFamily="2" charset="77"/>
              </a:defRPr>
            </a:lvl1pPr>
          </a:lstStyle>
          <a:p>
            <a:r>
              <a:rPr lang="en-GB" dirty="0"/>
              <a:t>Place your attention-grabbing</a:t>
            </a:r>
            <a:br>
              <a:rPr lang="en-GB" dirty="0"/>
            </a:br>
            <a:r>
              <a:rPr lang="en-GB" dirty="0"/>
              <a:t>headline here</a:t>
            </a:r>
          </a:p>
        </p:txBody>
      </p:sp>
      <p:sp>
        <p:nvSpPr>
          <p:cNvPr id="16" name="Tijdelijke aanduiding voor tekst 30">
            <a:extLst>
              <a:ext uri="{FF2B5EF4-FFF2-40B4-BE49-F238E27FC236}">
                <a16:creationId xmlns:a16="http://schemas.microsoft.com/office/drawing/2014/main" id="{18DC5878-969C-0849-B41E-F7CAD75B0E14}"/>
              </a:ext>
            </a:extLst>
          </p:cNvPr>
          <p:cNvSpPr>
            <a:spLocks noGrp="1"/>
          </p:cNvSpPr>
          <p:nvPr>
            <p:ph type="body" sz="quarter" idx="14" hasCustomPrompt="1"/>
          </p:nvPr>
        </p:nvSpPr>
        <p:spPr>
          <a:xfrm>
            <a:off x="2575859" y="501834"/>
            <a:ext cx="7008532" cy="227101"/>
          </a:xfrm>
          <a:prstGeom prst="rect">
            <a:avLst/>
          </a:prstGeom>
        </p:spPr>
        <p:txBody>
          <a:bodyPr/>
          <a:lstStyle>
            <a:lvl1pPr algn="ctr">
              <a:defRPr sz="1200" b="0" i="0" u="none" cap="all" spc="5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Name sub-</a:t>
            </a:r>
            <a:r>
              <a:rPr lang="nl-NL" dirty="0" err="1"/>
              <a:t>sender</a:t>
            </a:r>
            <a:endParaRPr lang="nl-NL" dirty="0"/>
          </a:p>
        </p:txBody>
      </p:sp>
      <p:pic>
        <p:nvPicPr>
          <p:cNvPr id="10" name="Afbeelding 9">
            <a:extLst>
              <a:ext uri="{FF2B5EF4-FFF2-40B4-BE49-F238E27FC236}">
                <a16:creationId xmlns:a16="http://schemas.microsoft.com/office/drawing/2014/main" id="{31016572-ECB2-D746-B7D8-25FB817BF1D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40659" cy="1274191"/>
          </a:xfrm>
          <a:prstGeom prst="rect">
            <a:avLst/>
          </a:prstGeom>
        </p:spPr>
      </p:pic>
    </p:spTree>
    <p:extLst>
      <p:ext uri="{BB962C8B-B14F-4D97-AF65-F5344CB8AC3E}">
        <p14:creationId xmlns:p14="http://schemas.microsoft.com/office/powerpoint/2010/main" val="336929460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11">
          <p15:clr>
            <a:srgbClr val="FBAE40"/>
          </p15:clr>
        </p15:guide>
        <p15:guide id="7" pos="6200">
          <p15:clr>
            <a:srgbClr val="FBAE40"/>
          </p15:clr>
        </p15:guide>
        <p15:guide id="8" pos="6290">
          <p15:clr>
            <a:srgbClr val="FBAE40"/>
          </p15:clr>
        </p15:guide>
        <p15:guide id="9" pos="4998">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white + image">
    <p:bg bwMode="gray">
      <p:bgPr>
        <a:solidFill>
          <a:schemeClr val="bg1"/>
        </a:solidFill>
        <a:effectLst/>
      </p:bgPr>
    </p:bg>
    <p:spTree>
      <p:nvGrpSpPr>
        <p:cNvPr id="1" name=""/>
        <p:cNvGrpSpPr/>
        <p:nvPr/>
      </p:nvGrpSpPr>
      <p:grpSpPr>
        <a:xfrm>
          <a:off x="0" y="0"/>
          <a:ext cx="0" cy="0"/>
          <a:chOff x="0" y="0"/>
          <a:chExt cx="0" cy="0"/>
        </a:xfrm>
      </p:grpSpPr>
      <p:sp>
        <p:nvSpPr>
          <p:cNvPr id="9" name="Tijdelijke aanduiding voor datum 3">
            <a:extLst>
              <a:ext uri="{FF2B5EF4-FFF2-40B4-BE49-F238E27FC236}">
                <a16:creationId xmlns:a16="http://schemas.microsoft.com/office/drawing/2014/main" id="{9F183073-10E5-1148-8165-AEA6349E146A}"/>
              </a:ext>
            </a:extLst>
          </p:cNvPr>
          <p:cNvSpPr>
            <a:spLocks noGrp="1"/>
          </p:cNvSpPr>
          <p:nvPr>
            <p:ph type="dt" sz="half" idx="10"/>
          </p:nvPr>
        </p:nvSpPr>
        <p:spPr>
          <a:xfrm>
            <a:off x="9971903" y="512910"/>
            <a:ext cx="1866907" cy="216025"/>
          </a:xfrm>
          <a:prstGeom prst="rect">
            <a:avLst/>
          </a:prstGeom>
        </p:spPr>
        <p:txBody>
          <a:bodyPr/>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DD </a:t>
            </a:r>
            <a:r>
              <a:rPr lang="nl-NL" dirty="0" err="1"/>
              <a:t>Month</a:t>
            </a:r>
            <a:r>
              <a:rPr lang="nl-NL" dirty="0"/>
              <a:t> YYYY</a:t>
            </a:r>
            <a:endParaRPr lang="en-GB" dirty="0"/>
          </a:p>
        </p:txBody>
      </p:sp>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33733" y="1196750"/>
            <a:ext cx="5584468" cy="4603578"/>
          </a:xfrm>
          <a:prstGeom prst="rect">
            <a:avLst/>
          </a:prstGeom>
        </p:spPr>
        <p:txBody>
          <a:bodyPr anchor="ctr" anchorCtr="0"/>
          <a:lstStyle>
            <a:lvl1pPr algn="ctr">
              <a:defRPr sz="4100" b="0" i="1">
                <a:latin typeface="Merriweather Light" pitchFamily="2" charset="77"/>
              </a:defRPr>
            </a:lvl1pPr>
          </a:lstStyle>
          <a:p>
            <a:r>
              <a:rPr lang="en-GB" dirty="0"/>
              <a:t>Place your attention-grabbing headline here</a:t>
            </a:r>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33732" y="6084055"/>
            <a:ext cx="5584468" cy="217169"/>
          </a:xfrm>
          <a:prstGeom prst="rect">
            <a:avLst/>
          </a:prstGeom>
        </p:spPr>
        <p:txBody>
          <a:bodyPr/>
          <a:lstStyle>
            <a:lvl1pPr algn="ctr">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dirty="0"/>
              <a:t>Name </a:t>
            </a:r>
            <a:r>
              <a:rPr lang="nl-NL" dirty="0" err="1"/>
              <a:t>Lastname</a:t>
            </a:r>
            <a:endParaRPr lang="nl-NL" dirty="0"/>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36550" y="6309175"/>
            <a:ext cx="5581650"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Job </a:t>
            </a:r>
            <a:r>
              <a:rPr lang="nl-NL" dirty="0" err="1"/>
              <a:t>title</a:t>
            </a:r>
            <a:endParaRPr lang="nl-NL" dirty="0"/>
          </a:p>
        </p:txBody>
      </p:sp>
      <p:sp>
        <p:nvSpPr>
          <p:cNvPr id="4" name="Tijdelijke aanduiding voor afbeelding 3">
            <a:extLst>
              <a:ext uri="{FF2B5EF4-FFF2-40B4-BE49-F238E27FC236}">
                <a16:creationId xmlns:a16="http://schemas.microsoft.com/office/drawing/2014/main" id="{0899AEA0-D03E-3444-8E81-C754D975C6B2}"/>
              </a:ext>
            </a:extLst>
          </p:cNvPr>
          <p:cNvSpPr>
            <a:spLocks noGrp="1"/>
          </p:cNvSpPr>
          <p:nvPr>
            <p:ph type="pic" sz="quarter" idx="17" hasCustomPrompt="1"/>
          </p:nvPr>
        </p:nvSpPr>
        <p:spPr>
          <a:xfrm>
            <a:off x="6276975" y="1196751"/>
            <a:ext cx="5562600" cy="5292950"/>
          </a:xfrm>
          <a:prstGeom prst="rect">
            <a:avLst/>
          </a:prstGeom>
          <a:solidFill>
            <a:schemeClr val="bg1"/>
          </a:solidFill>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Click icon </a:t>
            </a:r>
            <a:r>
              <a:rPr lang="nl-NL" dirty="0" err="1"/>
              <a:t>to</a:t>
            </a:r>
            <a:r>
              <a:rPr lang="nl-NL" dirty="0"/>
              <a:t> </a:t>
            </a:r>
            <a:r>
              <a:rPr lang="nl-NL" dirty="0" err="1"/>
              <a:t>add</a:t>
            </a:r>
            <a:r>
              <a:rPr lang="nl-NL" dirty="0"/>
              <a:t> </a:t>
            </a:r>
            <a:r>
              <a:rPr lang="nl-NL" dirty="0" err="1"/>
              <a:t>an</a:t>
            </a:r>
            <a:r>
              <a:rPr lang="nl-NL" dirty="0"/>
              <a:t> image</a:t>
            </a:r>
          </a:p>
        </p:txBody>
      </p:sp>
      <p:sp>
        <p:nvSpPr>
          <p:cNvPr id="13" name="Tijdelijke aanduiding voor tekst 30">
            <a:extLst>
              <a:ext uri="{FF2B5EF4-FFF2-40B4-BE49-F238E27FC236}">
                <a16:creationId xmlns:a16="http://schemas.microsoft.com/office/drawing/2014/main" id="{7D271618-79F1-014C-8317-A706919B0EA9}"/>
              </a:ext>
            </a:extLst>
          </p:cNvPr>
          <p:cNvSpPr>
            <a:spLocks noGrp="1"/>
          </p:cNvSpPr>
          <p:nvPr>
            <p:ph type="body" sz="quarter" idx="14" hasCustomPrompt="1"/>
          </p:nvPr>
        </p:nvSpPr>
        <p:spPr>
          <a:xfrm>
            <a:off x="2581835" y="501834"/>
            <a:ext cx="6996580" cy="227101"/>
          </a:xfrm>
          <a:prstGeom prst="rect">
            <a:avLst/>
          </a:prstGeom>
        </p:spPr>
        <p:txBody>
          <a:bodyPr/>
          <a:lstStyle>
            <a:lvl1pPr marL="0" marR="0" indent="0" algn="ctr" defTabSz="914400" rtl="0" eaLnBrk="1" fontAlgn="auto" latinLnBrk="0" hangingPunct="1">
              <a:lnSpc>
                <a:spcPct val="110000"/>
              </a:lnSpc>
              <a:spcBef>
                <a:spcPts val="0"/>
              </a:spcBef>
              <a:spcAft>
                <a:spcPts val="0"/>
              </a:spcAft>
              <a:buClrTx/>
              <a:buSzTx/>
              <a:buFont typeface="Arial" pitchFamily="34" charset="0"/>
              <a:buNone/>
              <a:tabLst/>
              <a:defRPr sz="1200" b="0" i="0" u="none" cap="all" spc="5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Name sub-</a:t>
            </a:r>
            <a:r>
              <a:rPr lang="nl-NL" dirty="0" err="1"/>
              <a:t>sender</a:t>
            </a:r>
            <a:endParaRPr lang="nl-NL" dirty="0"/>
          </a:p>
        </p:txBody>
      </p:sp>
      <p:pic>
        <p:nvPicPr>
          <p:cNvPr id="11" name="Afbeelding 10">
            <a:extLst>
              <a:ext uri="{FF2B5EF4-FFF2-40B4-BE49-F238E27FC236}">
                <a16:creationId xmlns:a16="http://schemas.microsoft.com/office/drawing/2014/main" id="{0807386A-1621-4C40-8137-551D17BC97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40659" cy="1274191"/>
          </a:xfrm>
          <a:prstGeom prst="rect">
            <a:avLst/>
          </a:prstGeom>
        </p:spPr>
      </p:pic>
    </p:spTree>
    <p:extLst>
      <p:ext uri="{BB962C8B-B14F-4D97-AF65-F5344CB8AC3E}">
        <p14:creationId xmlns:p14="http://schemas.microsoft.com/office/powerpoint/2010/main" val="3132225375"/>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8" orient="horz" pos="754" userDrawn="1">
          <p15:clr>
            <a:srgbClr val="FBAE40"/>
          </p15:clr>
        </p15:guide>
        <p15:guide id="19" orient="horz" pos="211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over white + image + partner logos">
    <p:bg bwMode="gray">
      <p:bgPr>
        <a:solidFill>
          <a:schemeClr val="bg1"/>
        </a:solidFill>
        <a:effectLst/>
      </p:bgPr>
    </p:bg>
    <p:spTree>
      <p:nvGrpSpPr>
        <p:cNvPr id="1" name=""/>
        <p:cNvGrpSpPr/>
        <p:nvPr/>
      </p:nvGrpSpPr>
      <p:grpSpPr>
        <a:xfrm>
          <a:off x="0" y="0"/>
          <a:ext cx="0" cy="0"/>
          <a:chOff x="0" y="0"/>
          <a:chExt cx="0" cy="0"/>
        </a:xfrm>
      </p:grpSpPr>
      <p:sp>
        <p:nvSpPr>
          <p:cNvPr id="9" name="Tijdelijke aanduiding voor datum 3">
            <a:extLst>
              <a:ext uri="{FF2B5EF4-FFF2-40B4-BE49-F238E27FC236}">
                <a16:creationId xmlns:a16="http://schemas.microsoft.com/office/drawing/2014/main" id="{9F183073-10E5-1148-8165-AEA6349E146A}"/>
              </a:ext>
            </a:extLst>
          </p:cNvPr>
          <p:cNvSpPr>
            <a:spLocks noGrp="1"/>
          </p:cNvSpPr>
          <p:nvPr>
            <p:ph type="dt" sz="half" idx="10"/>
          </p:nvPr>
        </p:nvSpPr>
        <p:spPr>
          <a:xfrm>
            <a:off x="9971903" y="512910"/>
            <a:ext cx="1866907" cy="216025"/>
          </a:xfrm>
          <a:prstGeom prst="rect">
            <a:avLst/>
          </a:prstGeom>
        </p:spPr>
        <p:txBody>
          <a:bodyPr/>
          <a:lstStyle>
            <a:lvl1pPr algn="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fld id="{FF89F68A-B152-1F4A-BAE9-DB6F3497DE2E}" type="datetime1">
              <a:rPr lang="nl-NL" smtClean="0"/>
              <a:t>3-3-2026</a:t>
            </a:fld>
            <a:endParaRPr lang="en-GB" dirty="0"/>
          </a:p>
        </p:txBody>
      </p:sp>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33733" y="1196749"/>
            <a:ext cx="6986614" cy="2232237"/>
          </a:xfrm>
          <a:prstGeom prst="rect">
            <a:avLst/>
          </a:prstGeom>
        </p:spPr>
        <p:txBody>
          <a:bodyPr anchor="ctr" anchorCtr="0"/>
          <a:lstStyle>
            <a:lvl1pPr algn="ctr">
              <a:defRPr sz="4100" b="0" i="1">
                <a:latin typeface="Merriweather Light" pitchFamily="2" charset="77"/>
              </a:defRPr>
            </a:lvl1pPr>
          </a:lstStyle>
          <a:p>
            <a:r>
              <a:rPr lang="en-GB" dirty="0"/>
              <a:t>Place your attention-grabbing headline here</a:t>
            </a:r>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33731" y="6084055"/>
            <a:ext cx="7012883" cy="217169"/>
          </a:xfrm>
          <a:prstGeom prst="rect">
            <a:avLst/>
          </a:prstGeom>
        </p:spPr>
        <p:txBody>
          <a:bodyPr/>
          <a:lstStyle>
            <a:lvl1pPr algn="ctr">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dirty="0"/>
              <a:t>Name </a:t>
            </a:r>
            <a:r>
              <a:rPr lang="nl-NL" dirty="0" err="1"/>
              <a:t>Lastname</a:t>
            </a:r>
            <a:endParaRPr lang="nl-NL" dirty="0"/>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36550" y="6309175"/>
            <a:ext cx="7010064"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Job </a:t>
            </a:r>
            <a:r>
              <a:rPr lang="nl-NL" dirty="0" err="1"/>
              <a:t>title</a:t>
            </a:r>
            <a:endParaRPr lang="nl-NL" dirty="0"/>
          </a:p>
        </p:txBody>
      </p:sp>
      <p:sp>
        <p:nvSpPr>
          <p:cNvPr id="4" name="Tijdelijke aanduiding voor afbeelding 3">
            <a:extLst>
              <a:ext uri="{FF2B5EF4-FFF2-40B4-BE49-F238E27FC236}">
                <a16:creationId xmlns:a16="http://schemas.microsoft.com/office/drawing/2014/main" id="{0899AEA0-D03E-3444-8E81-C754D975C6B2}"/>
              </a:ext>
            </a:extLst>
          </p:cNvPr>
          <p:cNvSpPr>
            <a:spLocks noGrp="1"/>
          </p:cNvSpPr>
          <p:nvPr>
            <p:ph type="pic" sz="quarter" idx="17" hasCustomPrompt="1"/>
          </p:nvPr>
        </p:nvSpPr>
        <p:spPr>
          <a:xfrm>
            <a:off x="7645613" y="1196751"/>
            <a:ext cx="4193962" cy="5292950"/>
          </a:xfrm>
          <a:prstGeom prst="rect">
            <a:avLst/>
          </a:prstGeom>
          <a:solidFill>
            <a:schemeClr val="bg1"/>
          </a:solidFill>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Click icon </a:t>
            </a:r>
            <a:r>
              <a:rPr lang="nl-NL" dirty="0" err="1"/>
              <a:t>to</a:t>
            </a:r>
            <a:r>
              <a:rPr lang="nl-NL" dirty="0"/>
              <a:t> </a:t>
            </a:r>
            <a:r>
              <a:rPr lang="nl-NL" dirty="0" err="1"/>
              <a:t>add</a:t>
            </a:r>
            <a:r>
              <a:rPr lang="nl-NL" dirty="0"/>
              <a:t> </a:t>
            </a:r>
            <a:r>
              <a:rPr lang="nl-NL" dirty="0" err="1"/>
              <a:t>an</a:t>
            </a:r>
            <a:r>
              <a:rPr lang="nl-NL" dirty="0"/>
              <a:t> image</a:t>
            </a:r>
          </a:p>
        </p:txBody>
      </p:sp>
      <p:sp>
        <p:nvSpPr>
          <p:cNvPr id="13" name="Tijdelijke aanduiding voor tekst 30">
            <a:extLst>
              <a:ext uri="{FF2B5EF4-FFF2-40B4-BE49-F238E27FC236}">
                <a16:creationId xmlns:a16="http://schemas.microsoft.com/office/drawing/2014/main" id="{7D271618-79F1-014C-8317-A706919B0EA9}"/>
              </a:ext>
            </a:extLst>
          </p:cNvPr>
          <p:cNvSpPr>
            <a:spLocks noGrp="1"/>
          </p:cNvSpPr>
          <p:nvPr>
            <p:ph type="body" sz="quarter" idx="14" hasCustomPrompt="1"/>
          </p:nvPr>
        </p:nvSpPr>
        <p:spPr>
          <a:xfrm>
            <a:off x="2581835" y="501834"/>
            <a:ext cx="6996580" cy="227101"/>
          </a:xfrm>
          <a:prstGeom prst="rect">
            <a:avLst/>
          </a:prstGeom>
        </p:spPr>
        <p:txBody>
          <a:bodyPr/>
          <a:lstStyle>
            <a:lvl1pPr marL="0" marR="0" indent="0" algn="ctr" defTabSz="914400" rtl="0" eaLnBrk="1" fontAlgn="auto" latinLnBrk="0" hangingPunct="1">
              <a:lnSpc>
                <a:spcPct val="110000"/>
              </a:lnSpc>
              <a:spcBef>
                <a:spcPts val="0"/>
              </a:spcBef>
              <a:spcAft>
                <a:spcPts val="0"/>
              </a:spcAft>
              <a:buClrTx/>
              <a:buSzTx/>
              <a:buFont typeface="Arial" pitchFamily="34" charset="0"/>
              <a:buNone/>
              <a:tabLst/>
              <a:defRPr sz="1200" b="0" i="0" u="none" cap="all" spc="5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Name sub-</a:t>
            </a:r>
            <a:r>
              <a:rPr lang="nl-NL" dirty="0" err="1"/>
              <a:t>sender</a:t>
            </a:r>
            <a:endParaRPr lang="nl-NL" dirty="0"/>
          </a:p>
        </p:txBody>
      </p:sp>
      <p:sp>
        <p:nvSpPr>
          <p:cNvPr id="24" name="Tijdelijke aanduiding voor afbeelding 2">
            <a:extLst>
              <a:ext uri="{FF2B5EF4-FFF2-40B4-BE49-F238E27FC236}">
                <a16:creationId xmlns:a16="http://schemas.microsoft.com/office/drawing/2014/main" id="{96590D88-6BBF-A34E-AAB8-6A3B3F4F8EB0}"/>
              </a:ext>
            </a:extLst>
          </p:cNvPr>
          <p:cNvSpPr>
            <a:spLocks noGrp="1"/>
          </p:cNvSpPr>
          <p:nvPr>
            <p:ph type="pic" sz="quarter" idx="19" hasCustomPrompt="1"/>
          </p:nvPr>
        </p:nvSpPr>
        <p:spPr>
          <a:xfrm>
            <a:off x="360001" y="3979535"/>
            <a:ext cx="1887234" cy="783612"/>
          </a:xfrm>
          <a:prstGeom prst="rect">
            <a:avLst/>
          </a:prstGeom>
          <a:noFill/>
        </p:spPr>
        <p:txBody>
          <a:bodyPr anchor="ctr"/>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25" name="Tijdelijke aanduiding voor afbeelding 2">
            <a:extLst>
              <a:ext uri="{FF2B5EF4-FFF2-40B4-BE49-F238E27FC236}">
                <a16:creationId xmlns:a16="http://schemas.microsoft.com/office/drawing/2014/main" id="{9781CBC6-4D2D-9B44-8C61-BA988AC5EA80}"/>
              </a:ext>
            </a:extLst>
          </p:cNvPr>
          <p:cNvSpPr>
            <a:spLocks noGrp="1"/>
          </p:cNvSpPr>
          <p:nvPr>
            <p:ph type="pic" sz="quarter" idx="20" hasCustomPrompt="1"/>
          </p:nvPr>
        </p:nvSpPr>
        <p:spPr>
          <a:xfrm>
            <a:off x="2915084" y="3979535"/>
            <a:ext cx="1887234" cy="783612"/>
          </a:xfrm>
          <a:prstGeom prst="rect">
            <a:avLst/>
          </a:prstGeom>
          <a:noFill/>
        </p:spPr>
        <p:txBody>
          <a:bodyPr anchor="ctr"/>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26" name="Tijdelijke aanduiding voor afbeelding 2">
            <a:extLst>
              <a:ext uri="{FF2B5EF4-FFF2-40B4-BE49-F238E27FC236}">
                <a16:creationId xmlns:a16="http://schemas.microsoft.com/office/drawing/2014/main" id="{F3CB498F-9E16-7340-824A-5B69DEB636A8}"/>
              </a:ext>
            </a:extLst>
          </p:cNvPr>
          <p:cNvSpPr>
            <a:spLocks noGrp="1"/>
          </p:cNvSpPr>
          <p:nvPr>
            <p:ph type="pic" sz="quarter" idx="21" hasCustomPrompt="1"/>
          </p:nvPr>
        </p:nvSpPr>
        <p:spPr>
          <a:xfrm>
            <a:off x="5459381" y="3979535"/>
            <a:ext cx="1887234" cy="783612"/>
          </a:xfrm>
          <a:prstGeom prst="rect">
            <a:avLst/>
          </a:prstGeom>
          <a:noFill/>
        </p:spPr>
        <p:txBody>
          <a:bodyPr anchor="ctr"/>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27" name="Tijdelijke aanduiding voor tekst 34">
            <a:extLst>
              <a:ext uri="{FF2B5EF4-FFF2-40B4-BE49-F238E27FC236}">
                <a16:creationId xmlns:a16="http://schemas.microsoft.com/office/drawing/2014/main" id="{D85BB5FF-F717-044D-8E9C-DCEFD8761E47}"/>
              </a:ext>
            </a:extLst>
          </p:cNvPr>
          <p:cNvSpPr>
            <a:spLocks noGrp="1"/>
          </p:cNvSpPr>
          <p:nvPr>
            <p:ph type="body" sz="quarter" idx="23" hasCustomPrompt="1"/>
          </p:nvPr>
        </p:nvSpPr>
        <p:spPr>
          <a:xfrm>
            <a:off x="338137" y="3602573"/>
            <a:ext cx="5580062" cy="270592"/>
          </a:xfrm>
          <a:prstGeom prst="rect">
            <a:avLst/>
          </a:prstGeom>
        </p:spPr>
        <p:txBody>
          <a:bodyPr lIns="0" tIns="0" rIns="0" bIns="0"/>
          <a:lstStyle>
            <a:lvl1pPr algn="l">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GB" noProof="0" dirty="0"/>
              <a:t>Partners</a:t>
            </a:r>
          </a:p>
        </p:txBody>
      </p:sp>
      <p:sp>
        <p:nvSpPr>
          <p:cNvPr id="28" name="Tijdelijke aanduiding voor afbeelding 2">
            <a:extLst>
              <a:ext uri="{FF2B5EF4-FFF2-40B4-BE49-F238E27FC236}">
                <a16:creationId xmlns:a16="http://schemas.microsoft.com/office/drawing/2014/main" id="{9E39B1AE-9C41-2A43-8322-F2385CDD76E1}"/>
              </a:ext>
            </a:extLst>
          </p:cNvPr>
          <p:cNvSpPr>
            <a:spLocks noGrp="1"/>
          </p:cNvSpPr>
          <p:nvPr>
            <p:ph type="pic" sz="quarter" idx="24" hasCustomPrompt="1"/>
          </p:nvPr>
        </p:nvSpPr>
        <p:spPr>
          <a:xfrm>
            <a:off x="370787" y="4892702"/>
            <a:ext cx="1887234" cy="783612"/>
          </a:xfrm>
          <a:prstGeom prst="rect">
            <a:avLst/>
          </a:prstGeom>
          <a:noFill/>
        </p:spPr>
        <p:txBody>
          <a:bodyPr anchor="ctr"/>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29" name="Tijdelijke aanduiding voor afbeelding 2">
            <a:extLst>
              <a:ext uri="{FF2B5EF4-FFF2-40B4-BE49-F238E27FC236}">
                <a16:creationId xmlns:a16="http://schemas.microsoft.com/office/drawing/2014/main" id="{906E6FE3-27E3-F44A-BCCB-0BFB91A7058C}"/>
              </a:ext>
            </a:extLst>
          </p:cNvPr>
          <p:cNvSpPr>
            <a:spLocks noGrp="1"/>
          </p:cNvSpPr>
          <p:nvPr>
            <p:ph type="pic" sz="quarter" idx="25" hasCustomPrompt="1"/>
          </p:nvPr>
        </p:nvSpPr>
        <p:spPr>
          <a:xfrm>
            <a:off x="2915084" y="4892702"/>
            <a:ext cx="1887234" cy="783612"/>
          </a:xfrm>
          <a:prstGeom prst="rect">
            <a:avLst/>
          </a:prstGeom>
          <a:noFill/>
        </p:spPr>
        <p:txBody>
          <a:bodyPr anchor="ctr"/>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30" name="Tijdelijke aanduiding voor afbeelding 2">
            <a:extLst>
              <a:ext uri="{FF2B5EF4-FFF2-40B4-BE49-F238E27FC236}">
                <a16:creationId xmlns:a16="http://schemas.microsoft.com/office/drawing/2014/main" id="{D4208AEC-A18D-7948-B0D2-36515B5214D7}"/>
              </a:ext>
            </a:extLst>
          </p:cNvPr>
          <p:cNvSpPr>
            <a:spLocks noGrp="1"/>
          </p:cNvSpPr>
          <p:nvPr>
            <p:ph type="pic" sz="quarter" idx="26" hasCustomPrompt="1"/>
          </p:nvPr>
        </p:nvSpPr>
        <p:spPr>
          <a:xfrm>
            <a:off x="5460943" y="4892702"/>
            <a:ext cx="1887234" cy="783612"/>
          </a:xfrm>
          <a:prstGeom prst="rect">
            <a:avLst/>
          </a:prstGeom>
          <a:noFill/>
        </p:spPr>
        <p:txBody>
          <a:bodyPr anchor="ctr"/>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cxnSp>
        <p:nvCxnSpPr>
          <p:cNvPr id="31" name="Rechte verbindingslijn 30">
            <a:extLst>
              <a:ext uri="{FF2B5EF4-FFF2-40B4-BE49-F238E27FC236}">
                <a16:creationId xmlns:a16="http://schemas.microsoft.com/office/drawing/2014/main" id="{0E4A6470-CC6A-4740-8821-4CBA8B5017EA}"/>
              </a:ext>
            </a:extLst>
          </p:cNvPr>
          <p:cNvCxnSpPr>
            <a:cxnSpLocks/>
          </p:cNvCxnSpPr>
          <p:nvPr userDrawn="1"/>
        </p:nvCxnSpPr>
        <p:spPr>
          <a:xfrm>
            <a:off x="360000" y="3873165"/>
            <a:ext cx="698661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7" name="Afbeelding 16">
            <a:extLst>
              <a:ext uri="{FF2B5EF4-FFF2-40B4-BE49-F238E27FC236}">
                <a16:creationId xmlns:a16="http://schemas.microsoft.com/office/drawing/2014/main" id="{53B07703-8926-F845-AF19-8F0BDE168B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40659" cy="1274191"/>
          </a:xfrm>
          <a:prstGeom prst="rect">
            <a:avLst/>
          </a:prstGeom>
        </p:spPr>
      </p:pic>
    </p:spTree>
    <p:extLst>
      <p:ext uri="{BB962C8B-B14F-4D97-AF65-F5344CB8AC3E}">
        <p14:creationId xmlns:p14="http://schemas.microsoft.com/office/powerpoint/2010/main" val="58948855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8" orient="horz" pos="754">
          <p15:clr>
            <a:srgbClr val="FBAE40"/>
          </p15:clr>
        </p15:guide>
        <p15:guide id="19" orient="horz" pos="211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ext only">
    <p:bg bwMode="gray">
      <p:bgPr>
        <a:solidFill>
          <a:schemeClr val="bg1"/>
        </a:solidFill>
        <a:effectLst/>
      </p:bgPr>
    </p:bg>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C1824C1D-4906-3A4A-B5A7-7CF6C4EB7B5A}"/>
              </a:ext>
            </a:extLst>
          </p:cNvPr>
          <p:cNvSpPr>
            <a:spLocks noGrp="1"/>
          </p:cNvSpPr>
          <p:nvPr>
            <p:ph type="ctrTitle" hasCustomPrompt="1"/>
          </p:nvPr>
        </p:nvSpPr>
        <p:spPr>
          <a:xfrm>
            <a:off x="2317750" y="1196975"/>
            <a:ext cx="7559675" cy="1253617"/>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lang="nl-NL" sz="2300"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en-GB" dirty="0"/>
              <a:t>Title</a:t>
            </a:r>
          </a:p>
        </p:txBody>
      </p:sp>
      <p:sp>
        <p:nvSpPr>
          <p:cNvPr id="10" name="Tijdelijke aanduiding voor tekst 2">
            <a:extLst>
              <a:ext uri="{FF2B5EF4-FFF2-40B4-BE49-F238E27FC236}">
                <a16:creationId xmlns:a16="http://schemas.microsoft.com/office/drawing/2014/main" id="{5E1B5542-E518-FB47-95E8-2B71A026A2A9}"/>
              </a:ext>
            </a:extLst>
          </p:cNvPr>
          <p:cNvSpPr>
            <a:spLocks noGrp="1"/>
          </p:cNvSpPr>
          <p:nvPr>
            <p:ph type="body" sz="quarter" idx="10" hasCustomPrompt="1"/>
          </p:nvPr>
        </p:nvSpPr>
        <p:spPr>
          <a:xfrm>
            <a:off x="2317750" y="2450593"/>
            <a:ext cx="7559675" cy="3443316"/>
          </a:xfrm>
          <a:prstGeom prst="rect">
            <a:avLst/>
          </a:prstGeom>
        </p:spPr>
        <p:txBody>
          <a:bodyPr/>
          <a:lstStyle>
            <a:lvl1pPr marL="0" marR="0" indent="0" algn="l" defTabSz="914400" rtl="0" eaLnBrk="1" fontAlgn="auto" latinLnBrk="0" hangingPunct="1">
              <a:lnSpc>
                <a:spcPct val="110000"/>
              </a:lnSpc>
              <a:spcBef>
                <a:spcPts val="0"/>
              </a:spcBef>
              <a:spcAft>
                <a:spcPts val="0"/>
              </a:spcAft>
              <a:buClrTx/>
              <a:buSzTx/>
              <a:buFont typeface="Arial" pitchFamily="34" charset="0"/>
              <a:buNone/>
              <a:tabLst/>
              <a:defRPr lang="nl-NL" sz="2200" b="0" i="0" kern="1200" baseline="0" dirty="0" err="1">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Molorepudit</a:t>
            </a:r>
            <a:r>
              <a:rPr lang="nl-NL" dirty="0"/>
              <a:t> </a:t>
            </a:r>
            <a:r>
              <a:rPr lang="nl-NL" dirty="0" err="1"/>
              <a:t>ressimus</a:t>
            </a:r>
            <a:r>
              <a:rPr lang="nl-NL" dirty="0"/>
              <a:t> </a:t>
            </a:r>
            <a:r>
              <a:rPr lang="nl-NL" dirty="0" err="1"/>
              <a:t>exeri</a:t>
            </a:r>
            <a:r>
              <a:rPr lang="nl-NL" dirty="0"/>
              <a:t> </a:t>
            </a:r>
            <a:r>
              <a:rPr lang="nl-NL" dirty="0" err="1"/>
              <a:t>nus</a:t>
            </a:r>
            <a:r>
              <a:rPr lang="nl-NL" dirty="0"/>
              <a:t> et </a:t>
            </a:r>
            <a:r>
              <a:rPr lang="nl-NL" dirty="0" err="1"/>
              <a:t>ipienda</a:t>
            </a:r>
            <a:r>
              <a:rPr lang="nl-NL" dirty="0"/>
              <a:t> et </a:t>
            </a:r>
            <a:r>
              <a:rPr lang="nl-NL" dirty="0" err="1"/>
              <a:t>adiantot</a:t>
            </a:r>
            <a:r>
              <a:rPr lang="nl-NL" dirty="0"/>
              <a:t> </a:t>
            </a:r>
            <a:r>
              <a:rPr lang="nl-NL" dirty="0" err="1"/>
              <a:t>Ique</a:t>
            </a:r>
            <a:r>
              <a:rPr lang="nl-NL" dirty="0"/>
              <a:t> </a:t>
            </a:r>
            <a:r>
              <a:rPr lang="nl-NL" dirty="0" err="1"/>
              <a:t>niminti</a:t>
            </a:r>
            <a:r>
              <a:rPr lang="nl-NL" dirty="0"/>
              <a:t> </a:t>
            </a:r>
            <a:r>
              <a:rPr lang="nl-NL" dirty="0" err="1"/>
              <a:t>nonsendaecae</a:t>
            </a:r>
            <a:r>
              <a:rPr lang="nl-NL" dirty="0"/>
              <a:t> </a:t>
            </a:r>
            <a:r>
              <a:rPr lang="nl-NL" dirty="0" err="1"/>
              <a:t>volor</a:t>
            </a:r>
            <a:r>
              <a:rPr lang="nl-NL" dirty="0"/>
              <a:t> a ad et ut </a:t>
            </a:r>
            <a:r>
              <a:rPr lang="nl-NL" dirty="0" err="1"/>
              <a:t>eum</a:t>
            </a:r>
            <a:r>
              <a:rPr lang="nl-NL" dirty="0"/>
              <a:t> se pos mos </a:t>
            </a:r>
            <a:r>
              <a:rPr lang="nl-NL" dirty="0" err="1"/>
              <a:t>sed</a:t>
            </a:r>
            <a:r>
              <a:rPr lang="nl-NL" dirty="0"/>
              <a:t> </a:t>
            </a:r>
            <a:r>
              <a:rPr lang="nl-NL" dirty="0" err="1"/>
              <a:t>ulpa</a:t>
            </a:r>
            <a:r>
              <a:rPr lang="nl-NL" dirty="0"/>
              <a:t> </a:t>
            </a:r>
            <a:r>
              <a:rPr lang="nl-NL" dirty="0" err="1"/>
              <a:t>vitas</a:t>
            </a:r>
            <a:r>
              <a:rPr lang="nl-NL" dirty="0"/>
              <a:t> </a:t>
            </a:r>
            <a:r>
              <a:rPr lang="nl-NL" dirty="0" err="1"/>
              <a:t>aut</a:t>
            </a:r>
            <a:r>
              <a:rPr lang="nl-NL" dirty="0"/>
              <a:t> </a:t>
            </a:r>
            <a:r>
              <a:rPr lang="nl-NL" dirty="0" err="1"/>
              <a:t>quia</a:t>
            </a:r>
            <a:r>
              <a:rPr lang="nl-NL" dirty="0"/>
              <a:t> </a:t>
            </a:r>
            <a:r>
              <a:rPr lang="nl-NL" dirty="0" err="1"/>
              <a:t>doluptio</a:t>
            </a:r>
            <a:r>
              <a:rPr lang="nl-NL" dirty="0"/>
              <a:t> </a:t>
            </a:r>
            <a:r>
              <a:rPr lang="nl-NL" dirty="0" err="1"/>
              <a:t>iduciis</a:t>
            </a:r>
            <a:r>
              <a:rPr lang="nl-NL" dirty="0"/>
              <a:t> </a:t>
            </a:r>
            <a:r>
              <a:rPr lang="nl-NL" dirty="0" err="1"/>
              <a:t>sedis</a:t>
            </a:r>
            <a:r>
              <a:rPr lang="nl-NL" dirty="0"/>
              <a:t> </a:t>
            </a:r>
            <a:r>
              <a:rPr lang="nl-NL" dirty="0" err="1"/>
              <a:t>sitat</a:t>
            </a:r>
            <a:r>
              <a:rPr lang="nl-NL" dirty="0"/>
              <a:t> es </a:t>
            </a:r>
            <a:r>
              <a:rPr lang="nl-NL" dirty="0" err="1"/>
              <a:t>nihition</a:t>
            </a:r>
            <a:r>
              <a:rPr lang="nl-NL" dirty="0"/>
              <a:t> </a:t>
            </a:r>
            <a:r>
              <a:rPr lang="nl-NL" dirty="0" err="1"/>
              <a:t>nonsecturi</a:t>
            </a:r>
            <a:r>
              <a:rPr lang="nl-NL" dirty="0"/>
              <a:t> </a:t>
            </a:r>
            <a:r>
              <a:rPr lang="nl-NL" dirty="0" err="1"/>
              <a:t>officidis</a:t>
            </a:r>
            <a:r>
              <a:rPr lang="nl-NL" dirty="0"/>
              <a:t> ex et que </a:t>
            </a:r>
            <a:r>
              <a:rPr lang="nl-NL" dirty="0" err="1"/>
              <a:t>esecto</a:t>
            </a:r>
            <a:r>
              <a:rPr lang="nl-NL" dirty="0"/>
              <a:t> </a:t>
            </a:r>
            <a:r>
              <a:rPr lang="nl-NL" dirty="0" err="1"/>
              <a:t>dolorumenis</a:t>
            </a:r>
            <a:r>
              <a:rPr lang="nl-NL" dirty="0"/>
              <a:t> </a:t>
            </a:r>
            <a:r>
              <a:rPr lang="nl-NL" dirty="0" err="1"/>
              <a:t>aritat</a:t>
            </a:r>
            <a:r>
              <a:rPr lang="nl-NL" dirty="0"/>
              <a:t> et des </a:t>
            </a:r>
            <a:r>
              <a:rPr lang="nl-NL" dirty="0" err="1"/>
              <a:t>earcit</a:t>
            </a:r>
            <a:r>
              <a:rPr lang="nl-NL" dirty="0"/>
              <a:t>, </a:t>
            </a:r>
            <a:r>
              <a:rPr lang="nl-NL" dirty="0" err="1"/>
              <a:t>ium</a:t>
            </a:r>
            <a:r>
              <a:rPr lang="nl-NL" dirty="0"/>
              <a:t> ad </a:t>
            </a:r>
            <a:r>
              <a:rPr lang="nl-NL" dirty="0" err="1"/>
              <a:t>quam</a:t>
            </a:r>
            <a:r>
              <a:rPr lang="nl-NL" dirty="0"/>
              <a:t> </a:t>
            </a:r>
            <a:r>
              <a:rPr lang="nl-NL" dirty="0" err="1"/>
              <a:t>faccupt</a:t>
            </a:r>
            <a:r>
              <a:rPr lang="nl-NL" dirty="0"/>
              <a:t> </a:t>
            </a:r>
            <a:r>
              <a:rPr lang="nl-NL" dirty="0" err="1"/>
              <a:t>atiature</a:t>
            </a:r>
            <a:r>
              <a:rPr lang="nl-NL" dirty="0"/>
              <a:t>, </a:t>
            </a:r>
            <a:r>
              <a:rPr lang="nl-NL" dirty="0" err="1"/>
              <a:t>qui</a:t>
            </a:r>
            <a:r>
              <a:rPr lang="nl-NL" dirty="0"/>
              <a:t> </a:t>
            </a:r>
            <a:r>
              <a:rPr lang="nl-NL" dirty="0" err="1"/>
              <a:t>officipis</a:t>
            </a:r>
            <a:r>
              <a:rPr lang="nl-NL" dirty="0"/>
              <a:t> </a:t>
            </a:r>
            <a:r>
              <a:rPr lang="nl-NL" dirty="0" err="1"/>
              <a:t>dolupta</a:t>
            </a:r>
            <a:r>
              <a:rPr lang="nl-NL" dirty="0"/>
              <a:t> </a:t>
            </a:r>
            <a:r>
              <a:rPr lang="nl-NL" dirty="0" err="1"/>
              <a:t>spereium</a:t>
            </a:r>
            <a:r>
              <a:rPr lang="nl-NL" dirty="0"/>
              <a:t> </a:t>
            </a:r>
            <a:r>
              <a:rPr lang="nl-NL" dirty="0" err="1"/>
              <a:t>quias</a:t>
            </a:r>
            <a:r>
              <a:rPr lang="nl-NL" dirty="0"/>
              <a:t> </a:t>
            </a:r>
            <a:r>
              <a:rPr lang="nl-NL" dirty="0" err="1"/>
              <a:t>sum</a:t>
            </a:r>
            <a:r>
              <a:rPr lang="nl-NL" dirty="0"/>
              <a:t> </a:t>
            </a:r>
            <a:r>
              <a:rPr lang="nl-NL" dirty="0" err="1"/>
              <a:t>aut</a:t>
            </a:r>
            <a:r>
              <a:rPr lang="nl-NL" dirty="0"/>
              <a:t> min </a:t>
            </a:r>
            <a:r>
              <a:rPr lang="nl-NL" dirty="0" err="1"/>
              <a:t>prae</a:t>
            </a:r>
            <a:r>
              <a:rPr lang="nl-NL" dirty="0"/>
              <a:t> nam </a:t>
            </a:r>
            <a:r>
              <a:rPr lang="nl-NL" dirty="0" err="1"/>
              <a:t>aut</a:t>
            </a:r>
            <a:r>
              <a:rPr lang="nl-NL" dirty="0"/>
              <a:t> que </a:t>
            </a:r>
            <a:r>
              <a:rPr lang="nl-NL" dirty="0" err="1"/>
              <a:t>nobitatur</a:t>
            </a:r>
            <a:r>
              <a:rPr lang="nl-NL" dirty="0"/>
              <a:t>, </a:t>
            </a:r>
            <a:r>
              <a:rPr lang="nl-NL" dirty="0" err="1"/>
              <a:t>cus</a:t>
            </a:r>
            <a:r>
              <a:rPr lang="nl-NL" dirty="0"/>
              <a:t> </a:t>
            </a:r>
            <a:r>
              <a:rPr lang="nl-NL" dirty="0" err="1"/>
              <a:t>eario</a:t>
            </a:r>
            <a:r>
              <a:rPr lang="nl-NL" dirty="0"/>
              <a:t> </a:t>
            </a:r>
            <a:r>
              <a:rPr lang="nl-NL" dirty="0" err="1"/>
              <a:t>omnihic</a:t>
            </a:r>
            <a:r>
              <a:rPr lang="nl-NL" dirty="0"/>
              <a:t> </a:t>
            </a:r>
            <a:r>
              <a:rPr lang="nl-NL" dirty="0" err="1"/>
              <a:t>aeruptur</a:t>
            </a:r>
            <a:r>
              <a:rPr lang="nl-NL" dirty="0"/>
              <a:t>, </a:t>
            </a:r>
            <a:r>
              <a:rPr lang="nl-NL" dirty="0" err="1"/>
              <a:t>sunt</a:t>
            </a:r>
            <a:r>
              <a:rPr lang="nl-NL" dirty="0"/>
              <a:t> </a:t>
            </a:r>
            <a:r>
              <a:rPr lang="nl-NL" dirty="0" err="1"/>
              <a:t>eruptat</a:t>
            </a:r>
            <a:r>
              <a:rPr lang="nl-NL" dirty="0"/>
              <a:t> </a:t>
            </a:r>
            <a:r>
              <a:rPr lang="nl-NL" dirty="0" err="1"/>
              <a:t>volorep</a:t>
            </a:r>
            <a:r>
              <a:rPr lang="nl-NL" dirty="0"/>
              <a:t>. &lt;Max. 70 </a:t>
            </a:r>
            <a:r>
              <a:rPr lang="nl-NL" dirty="0" err="1"/>
              <a:t>words</a:t>
            </a:r>
            <a:r>
              <a:rPr lang="nl-NL" dirty="0"/>
              <a:t>&gt; </a:t>
            </a:r>
          </a:p>
        </p:txBody>
      </p:sp>
      <p:pic>
        <p:nvPicPr>
          <p:cNvPr id="6" name="Afbeelding 5">
            <a:extLst>
              <a:ext uri="{FF2B5EF4-FFF2-40B4-BE49-F238E27FC236}">
                <a16:creationId xmlns:a16="http://schemas.microsoft.com/office/drawing/2014/main" id="{BCB6D8A1-2534-604A-A9FD-4672348B8A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98" y="6001200"/>
            <a:ext cx="1728002" cy="679431"/>
          </a:xfrm>
          <a:prstGeom prst="rect">
            <a:avLst/>
          </a:prstGeom>
        </p:spPr>
      </p:pic>
    </p:spTree>
    <p:extLst>
      <p:ext uri="{BB962C8B-B14F-4D97-AF65-F5344CB8AC3E}">
        <p14:creationId xmlns:p14="http://schemas.microsoft.com/office/powerpoint/2010/main" val="3320298667"/>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ullets">
    <p:bg bwMode="gray">
      <p:bgPr>
        <a:solidFill>
          <a:schemeClr val="bg1"/>
        </a:solidFill>
        <a:effectLst/>
      </p:bgPr>
    </p:bg>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C1824C1D-4906-3A4A-B5A7-7CF6C4EB7B5A}"/>
              </a:ext>
            </a:extLst>
          </p:cNvPr>
          <p:cNvSpPr>
            <a:spLocks noGrp="1"/>
          </p:cNvSpPr>
          <p:nvPr>
            <p:ph type="ctrTitle" hasCustomPrompt="1"/>
          </p:nvPr>
        </p:nvSpPr>
        <p:spPr>
          <a:xfrm>
            <a:off x="2317750" y="1196975"/>
            <a:ext cx="7559675" cy="1253617"/>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lang="nl-NL" sz="2300"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nl-NL" noProof="0" dirty="0" err="1"/>
              <a:t>Title</a:t>
            </a:r>
            <a:endParaRPr lang="nl-NL" noProof="0" dirty="0"/>
          </a:p>
        </p:txBody>
      </p:sp>
      <p:sp>
        <p:nvSpPr>
          <p:cNvPr id="5" name="Tijdelijke aanduiding voor tekst 2">
            <a:extLst>
              <a:ext uri="{FF2B5EF4-FFF2-40B4-BE49-F238E27FC236}">
                <a16:creationId xmlns:a16="http://schemas.microsoft.com/office/drawing/2014/main" id="{4B633025-4CF3-E24C-A6D3-53F39D081625}"/>
              </a:ext>
            </a:extLst>
          </p:cNvPr>
          <p:cNvSpPr>
            <a:spLocks noGrp="1"/>
          </p:cNvSpPr>
          <p:nvPr>
            <p:ph type="body" sz="quarter" idx="10" hasCustomPrompt="1"/>
          </p:nvPr>
        </p:nvSpPr>
        <p:spPr>
          <a:xfrm>
            <a:off x="2317750" y="2450593"/>
            <a:ext cx="7559675" cy="3443316"/>
          </a:xfrm>
          <a:prstGeom prst="rect">
            <a:avLst/>
          </a:prstGeom>
        </p:spPr>
        <p:txBody>
          <a:bodyPr/>
          <a:lstStyle>
            <a:lvl1pPr marL="450850" marR="0" indent="-450850" algn="l" defTabSz="914400" rtl="0" eaLnBrk="1" fontAlgn="auto" latinLnBrk="0" hangingPunct="1">
              <a:lnSpc>
                <a:spcPct val="110000"/>
              </a:lnSpc>
              <a:spcBef>
                <a:spcPts val="0"/>
              </a:spcBef>
              <a:spcAft>
                <a:spcPts val="0"/>
              </a:spcAft>
              <a:buClrTx/>
              <a:buSzTx/>
              <a:buFont typeface="Arial" panose="020B0604020202020204" pitchFamily="34" charset="0"/>
              <a:buChar char="•"/>
              <a:tabLst>
                <a:tab pos="889000" algn="l"/>
                <a:tab pos="1452563" algn="l"/>
              </a:tabLst>
              <a:defRPr lang="nl-NL" sz="2200" b="0" i="0" kern="1200" baseline="0" noProof="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803275" indent="-309563">
              <a:spcBef>
                <a:spcPts val="600"/>
              </a:spcBef>
              <a:buFont typeface="Arial" panose="020B0604020202020204" pitchFamily="34" charset="0"/>
              <a:buChar char="•"/>
              <a:tabLst/>
              <a:defRPr lang="nl-NL" sz="2200"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2pPr>
            <a:lvl3pPr marL="1114425" indent="-311150">
              <a:lnSpc>
                <a:spcPct val="100000"/>
              </a:lnSpc>
              <a:spcBef>
                <a:spcPts val="600"/>
              </a:spcBef>
              <a:buFont typeface="Arial" panose="020B0604020202020204" pitchFamily="34" charset="0"/>
              <a:buChar char="•"/>
              <a:tabLst/>
              <a:defRPr lang="nl-NL" sz="2200" b="0" i="0" kern="1200" baseline="0" noProof="0" dirty="0" err="1"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466850" indent="-311150">
              <a:spcBef>
                <a:spcPts val="600"/>
              </a:spcBef>
              <a:buSzPct val="100000"/>
              <a:buFont typeface="Arial" panose="020B0604020202020204" pitchFamily="34" charset="0"/>
              <a:buChar char="•"/>
              <a:tabLst/>
              <a:defRPr lang="nl-NL" sz="2200" b="0" i="0" kern="1200" baseline="0" noProof="0" dirty="0" smtClean="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833563" indent="-366713">
              <a:spcBef>
                <a:spcPts val="600"/>
              </a:spcBef>
              <a:buFont typeface="Arial" panose="020B0604020202020204" pitchFamily="34" charset="0"/>
              <a:buChar char="•"/>
              <a:tabLst/>
              <a:defRPr lang="nl-NL" sz="2200" b="0" i="0" kern="1200" baseline="0" noProof="0" dirty="0" err="1">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5pPr>
            <a:lvl6pPr marL="2185988" indent="-352425">
              <a:spcBef>
                <a:spcPts val="600"/>
              </a:spcBef>
              <a:tabLst/>
              <a:defRPr lang="nl-NL" sz="2200"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6pPr>
            <a:lvl7pPr marL="2144713" indent="-311150">
              <a:tabLst/>
              <a:defRPr lang="nl-NL" sz="2200"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7pPr>
            <a:lvl8pPr marL="2497138" indent="-352425">
              <a:tabLst/>
              <a:defRPr lang="nl-NL" sz="2200" b="0" i="0" kern="1200" baseline="0" noProof="0" dirty="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8pPr>
            <a:lvl9pPr>
              <a:defRPr lang="nl-NL" sz="2200" b="0" i="0" kern="1200" baseline="0" noProof="0" dirty="0" smtClean="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9pPr>
          </a:lstStyle>
          <a:p>
            <a:r>
              <a:rPr lang="nl-NL" noProof="0" dirty="0" err="1"/>
              <a:t>Ressimus</a:t>
            </a:r>
            <a:r>
              <a:rPr lang="nl-NL" noProof="0" dirty="0"/>
              <a:t> </a:t>
            </a:r>
            <a:r>
              <a:rPr lang="nl-NL" noProof="0" dirty="0" err="1"/>
              <a:t>exeri</a:t>
            </a:r>
            <a:r>
              <a:rPr lang="nl-NL" noProof="0" dirty="0"/>
              <a:t> </a:t>
            </a:r>
            <a:r>
              <a:rPr lang="nl-NL" noProof="0" dirty="0" err="1"/>
              <a:t>nus</a:t>
            </a:r>
            <a:r>
              <a:rPr lang="nl-NL" noProof="0" dirty="0"/>
              <a:t> et </a:t>
            </a:r>
            <a:r>
              <a:rPr lang="nl-NL" noProof="0" dirty="0" err="1"/>
              <a:t>ipienda</a:t>
            </a:r>
            <a:r>
              <a:rPr lang="nl-NL" noProof="0" dirty="0"/>
              <a:t> et </a:t>
            </a:r>
            <a:r>
              <a:rPr lang="nl-NL" noProof="0" dirty="0" err="1"/>
              <a:t>adiantot</a:t>
            </a:r>
            <a:r>
              <a:rPr lang="nl-NL" noProof="0" dirty="0"/>
              <a:t> </a:t>
            </a:r>
            <a:r>
              <a:rPr lang="nl-NL" noProof="0" dirty="0" err="1"/>
              <a:t>IqueMolorepudit</a:t>
            </a:r>
            <a:r>
              <a:rPr lang="nl-NL" noProof="0" dirty="0"/>
              <a:t> </a:t>
            </a:r>
            <a:r>
              <a:rPr lang="nl-NL" noProof="0" dirty="0" err="1"/>
              <a:t>niminti</a:t>
            </a:r>
            <a:r>
              <a:rPr lang="nl-NL" noProof="0" dirty="0"/>
              <a:t> </a:t>
            </a:r>
            <a:r>
              <a:rPr lang="nl-NL" noProof="0" dirty="0" err="1"/>
              <a:t>nonsendaecae</a:t>
            </a:r>
            <a:r>
              <a:rPr lang="nl-NL" noProof="0" dirty="0"/>
              <a:t> </a:t>
            </a:r>
            <a:r>
              <a:rPr lang="nl-NL" noProof="0" dirty="0" err="1"/>
              <a:t>volor</a:t>
            </a:r>
            <a:r>
              <a:rPr lang="nl-NL" noProof="0" dirty="0"/>
              <a:t> a ad et ut </a:t>
            </a:r>
            <a:r>
              <a:rPr lang="nl-NL" noProof="0" dirty="0" err="1"/>
              <a:t>eum</a:t>
            </a:r>
            <a:r>
              <a:rPr lang="nl-NL" noProof="0" dirty="0"/>
              <a:t> se pos mos </a:t>
            </a:r>
            <a:r>
              <a:rPr lang="nl-NL" noProof="0" dirty="0" err="1"/>
              <a:t>sed</a:t>
            </a:r>
            <a:r>
              <a:rPr lang="nl-NL" noProof="0" dirty="0"/>
              <a:t> </a:t>
            </a:r>
            <a:r>
              <a:rPr lang="nl-NL" noProof="0" dirty="0" err="1"/>
              <a:t>ulpa</a:t>
            </a:r>
            <a:r>
              <a:rPr lang="nl-NL" noProof="0" dirty="0"/>
              <a:t> </a:t>
            </a:r>
            <a:r>
              <a:rPr lang="nl-NL" noProof="0" dirty="0" err="1"/>
              <a:t>vitas</a:t>
            </a:r>
            <a:r>
              <a:rPr lang="nl-NL" noProof="0" dirty="0"/>
              <a:t> </a:t>
            </a:r>
            <a:r>
              <a:rPr lang="nl-NL" noProof="0" dirty="0" err="1"/>
              <a:t>aut</a:t>
            </a:r>
            <a:r>
              <a:rPr lang="nl-NL" noProof="0" dirty="0"/>
              <a:t> </a:t>
            </a:r>
            <a:r>
              <a:rPr lang="nl-NL" noProof="0" dirty="0" err="1"/>
              <a:t>quia</a:t>
            </a:r>
            <a:r>
              <a:rPr lang="nl-NL" noProof="0" dirty="0"/>
              <a:t> </a:t>
            </a:r>
            <a:r>
              <a:rPr lang="nl-NL" noProof="0" dirty="0" err="1"/>
              <a:t>doluptio</a:t>
            </a:r>
            <a:r>
              <a:rPr lang="nl-NL" noProof="0" dirty="0"/>
              <a:t> </a:t>
            </a:r>
            <a:r>
              <a:rPr lang="nl-NL" noProof="0" dirty="0" err="1"/>
              <a:t>iduciis</a:t>
            </a:r>
            <a:r>
              <a:rPr lang="nl-NL" noProof="0" dirty="0"/>
              <a:t> </a:t>
            </a:r>
            <a:r>
              <a:rPr lang="nl-NL" noProof="0" dirty="0" err="1"/>
              <a:t>sedis</a:t>
            </a:r>
            <a:r>
              <a:rPr lang="nl-NL" noProof="0" dirty="0"/>
              <a:t> </a:t>
            </a:r>
            <a:r>
              <a:rPr lang="nl-NL" noProof="0" dirty="0" err="1"/>
              <a:t>sitat</a:t>
            </a:r>
            <a:endParaRPr lang="nl-NL" noProof="0" dirty="0"/>
          </a:p>
          <a:p>
            <a:pPr lvl="1"/>
            <a:r>
              <a:rPr lang="nl-NL" noProof="0" dirty="0" err="1"/>
              <a:t>L;ajgda;ldgjs</a:t>
            </a:r>
            <a:endParaRPr lang="nl-NL" noProof="0" dirty="0"/>
          </a:p>
          <a:p>
            <a:pPr lvl="2"/>
            <a:r>
              <a:rPr lang="nl-NL" noProof="0" dirty="0" err="1"/>
              <a:t>Lkadghjs;aoigdhsj</a:t>
            </a:r>
            <a:endParaRPr lang="nl-NL" noProof="0" dirty="0"/>
          </a:p>
          <a:p>
            <a:pPr lvl="3"/>
            <a:r>
              <a:rPr lang="nl-NL" noProof="0" dirty="0"/>
              <a:t>;</a:t>
            </a:r>
            <a:r>
              <a:rPr lang="nl-NL" noProof="0" dirty="0" err="1"/>
              <a:t>lasijdf;alkgdjs</a:t>
            </a:r>
            <a:endParaRPr lang="nl-NL" noProof="0" dirty="0"/>
          </a:p>
          <a:p>
            <a:pPr lvl="4"/>
            <a:r>
              <a:rPr lang="nl-NL" noProof="0" dirty="0"/>
              <a:t>;</a:t>
            </a:r>
            <a:r>
              <a:rPr lang="nl-NL" noProof="0" dirty="0" err="1"/>
              <a:t>ladsgjlasdkgj</a:t>
            </a:r>
            <a:endParaRPr lang="nl-NL" noProof="0" dirty="0"/>
          </a:p>
          <a:p>
            <a:pPr lvl="5"/>
            <a:r>
              <a:rPr lang="nl-NL" noProof="0" dirty="0" err="1"/>
              <a:t>A;lgdkj;asldgjk</a:t>
            </a:r>
            <a:endParaRPr lang="nl-NL" noProof="0" dirty="0"/>
          </a:p>
        </p:txBody>
      </p:sp>
      <p:pic>
        <p:nvPicPr>
          <p:cNvPr id="7" name="Afbeelding 6">
            <a:extLst>
              <a:ext uri="{FF2B5EF4-FFF2-40B4-BE49-F238E27FC236}">
                <a16:creationId xmlns:a16="http://schemas.microsoft.com/office/drawing/2014/main" id="{D50915F4-B84F-0249-83BA-C40A1EFC3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98" y="6001200"/>
            <a:ext cx="1728002" cy="679431"/>
          </a:xfrm>
          <a:prstGeom prst="rect">
            <a:avLst/>
          </a:prstGeom>
        </p:spPr>
      </p:pic>
    </p:spTree>
    <p:extLst>
      <p:ext uri="{BB962C8B-B14F-4D97-AF65-F5344CB8AC3E}">
        <p14:creationId xmlns:p14="http://schemas.microsoft.com/office/powerpoint/2010/main" val="2531605093"/>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image right">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4297363" y="368301"/>
            <a:ext cx="7561262" cy="6121400"/>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Click icon </a:t>
            </a:r>
            <a:r>
              <a:rPr lang="nl-NL" dirty="0" err="1"/>
              <a:t>to</a:t>
            </a:r>
            <a:r>
              <a:rPr lang="nl-NL" dirty="0"/>
              <a:t> </a:t>
            </a:r>
            <a:r>
              <a:rPr lang="nl-NL" dirty="0" err="1"/>
              <a:t>add</a:t>
            </a:r>
            <a:r>
              <a:rPr lang="nl-NL" dirty="0"/>
              <a:t> </a:t>
            </a:r>
            <a:r>
              <a:rPr lang="nl-NL" dirty="0" err="1"/>
              <a:t>an</a:t>
            </a:r>
            <a:r>
              <a:rPr lang="nl-NL" dirty="0"/>
              <a:t> image</a:t>
            </a:r>
          </a:p>
        </p:txBody>
      </p:sp>
      <p:sp>
        <p:nvSpPr>
          <p:cNvPr id="9" name="Titel 1">
            <a:extLst>
              <a:ext uri="{FF2B5EF4-FFF2-40B4-BE49-F238E27FC236}">
                <a16:creationId xmlns:a16="http://schemas.microsoft.com/office/drawing/2014/main" id="{A07AE5D3-2C03-CD49-8B96-489B7649C6D1}"/>
              </a:ext>
            </a:extLst>
          </p:cNvPr>
          <p:cNvSpPr>
            <a:spLocks noGrp="1"/>
          </p:cNvSpPr>
          <p:nvPr>
            <p:ph type="ctrTitle" hasCustomPrompt="1"/>
          </p:nvPr>
        </p:nvSpPr>
        <p:spPr>
          <a:xfrm>
            <a:off x="338138" y="371475"/>
            <a:ext cx="3635375" cy="1080000"/>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lang="nl-NL" sz="2300" b="1" i="0" smtClean="0">
                <a:effectLst/>
                <a:latin typeface="Open Sans" panose="020B0606030504020204" pitchFamily="34" charset="0"/>
                <a:ea typeface="Open Sans" panose="020B0606030504020204" pitchFamily="34" charset="0"/>
                <a:cs typeface="Open Sans" panose="020B0606030504020204" pitchFamily="34" charset="0"/>
              </a:defRPr>
            </a:lvl1pPr>
          </a:lstStyle>
          <a:p>
            <a:r>
              <a:rPr lang="en-GB" dirty="0"/>
              <a:t>Title</a:t>
            </a:r>
          </a:p>
        </p:txBody>
      </p:sp>
      <p:sp>
        <p:nvSpPr>
          <p:cNvPr id="10" name="Tijdelijke aanduiding voor tekst 2">
            <a:extLst>
              <a:ext uri="{FF2B5EF4-FFF2-40B4-BE49-F238E27FC236}">
                <a16:creationId xmlns:a16="http://schemas.microsoft.com/office/drawing/2014/main" id="{34EE854C-23EF-BD45-A084-2AE0D435916C}"/>
              </a:ext>
            </a:extLst>
          </p:cNvPr>
          <p:cNvSpPr>
            <a:spLocks noGrp="1"/>
          </p:cNvSpPr>
          <p:nvPr>
            <p:ph type="body" sz="quarter" idx="10" hasCustomPrompt="1"/>
          </p:nvPr>
        </p:nvSpPr>
        <p:spPr>
          <a:xfrm>
            <a:off x="337513" y="1664209"/>
            <a:ext cx="3636000" cy="4238714"/>
          </a:xfrm>
          <a:prstGeom prst="rect">
            <a:avLst/>
          </a:prstGeom>
        </p:spPr>
        <p:txBody>
          <a:bodyPr bIns="0" anchor="b" anchorCtr="0"/>
          <a:lstStyle>
            <a:lvl1pPr marL="0" marR="0" indent="0" algn="l" defTabSz="914400" rtl="0" eaLnBrk="1" fontAlgn="auto" latinLnBrk="0" hangingPunct="1">
              <a:lnSpc>
                <a:spcPct val="110000"/>
              </a:lnSpc>
              <a:spcBef>
                <a:spcPts val="0"/>
              </a:spcBef>
              <a:spcAft>
                <a:spcPts val="0"/>
              </a:spcAft>
              <a:buClrTx/>
              <a:buSzTx/>
              <a:buFont typeface="Arial" pitchFamily="34" charset="0"/>
              <a:buNone/>
              <a:tabLst/>
              <a:defRPr lang="nl-NL" sz="2200" b="0" i="0" kern="1200" baseline="0" dirty="0">
                <a:solidFill>
                  <a:schemeClr val="tx1"/>
                </a:solidFill>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Molorepudit</a:t>
            </a:r>
            <a:r>
              <a:rPr lang="nl-NL" dirty="0"/>
              <a:t> </a:t>
            </a:r>
            <a:r>
              <a:rPr lang="nl-NL" dirty="0" err="1"/>
              <a:t>ressimus</a:t>
            </a:r>
            <a:r>
              <a:rPr lang="nl-NL" dirty="0"/>
              <a:t> </a:t>
            </a:r>
            <a:r>
              <a:rPr lang="nl-NL" dirty="0" err="1"/>
              <a:t>exeri</a:t>
            </a:r>
            <a:r>
              <a:rPr lang="nl-NL" dirty="0"/>
              <a:t> </a:t>
            </a:r>
            <a:r>
              <a:rPr lang="nl-NL" dirty="0" err="1"/>
              <a:t>nus</a:t>
            </a:r>
            <a:r>
              <a:rPr lang="nl-NL" dirty="0"/>
              <a:t> et </a:t>
            </a:r>
            <a:r>
              <a:rPr lang="nl-NL" dirty="0" err="1"/>
              <a:t>ipienda</a:t>
            </a:r>
            <a:r>
              <a:rPr lang="nl-NL" dirty="0"/>
              <a:t> et </a:t>
            </a:r>
            <a:r>
              <a:rPr lang="nl-NL" dirty="0" err="1"/>
              <a:t>adiantot</a:t>
            </a:r>
            <a:r>
              <a:rPr lang="nl-NL" dirty="0"/>
              <a:t> </a:t>
            </a:r>
            <a:r>
              <a:rPr lang="nl-NL" dirty="0" err="1"/>
              <a:t>Ique</a:t>
            </a:r>
            <a:r>
              <a:rPr lang="nl-NL" dirty="0"/>
              <a:t> </a:t>
            </a:r>
            <a:r>
              <a:rPr lang="nl-NL" dirty="0" err="1"/>
              <a:t>niminti</a:t>
            </a:r>
            <a:r>
              <a:rPr lang="nl-NL" dirty="0"/>
              <a:t> </a:t>
            </a:r>
            <a:r>
              <a:rPr lang="nl-NL" dirty="0" err="1"/>
              <a:t>nonsendaecae</a:t>
            </a:r>
            <a:r>
              <a:rPr lang="nl-NL" dirty="0"/>
              <a:t> </a:t>
            </a:r>
            <a:r>
              <a:rPr lang="nl-NL" dirty="0" err="1"/>
              <a:t>volor</a:t>
            </a:r>
            <a:r>
              <a:rPr lang="nl-NL" dirty="0"/>
              <a:t> a ad et ut </a:t>
            </a:r>
            <a:r>
              <a:rPr lang="nl-NL" dirty="0" err="1"/>
              <a:t>eum</a:t>
            </a:r>
            <a:r>
              <a:rPr lang="nl-NL" dirty="0"/>
              <a:t> se pos mos </a:t>
            </a:r>
            <a:r>
              <a:rPr lang="nl-NL" dirty="0" err="1"/>
              <a:t>sed</a:t>
            </a:r>
            <a:r>
              <a:rPr lang="nl-NL" dirty="0"/>
              <a:t> </a:t>
            </a:r>
            <a:r>
              <a:rPr lang="nl-NL" dirty="0" err="1"/>
              <a:t>ulpa</a:t>
            </a:r>
            <a:r>
              <a:rPr lang="nl-NL" dirty="0"/>
              <a:t> </a:t>
            </a:r>
            <a:r>
              <a:rPr lang="nl-NL" dirty="0" err="1"/>
              <a:t>vitas</a:t>
            </a:r>
            <a:r>
              <a:rPr lang="nl-NL" dirty="0"/>
              <a:t> </a:t>
            </a:r>
            <a:r>
              <a:rPr lang="nl-NL" dirty="0" err="1"/>
              <a:t>aut</a:t>
            </a:r>
            <a:r>
              <a:rPr lang="nl-NL" dirty="0"/>
              <a:t> </a:t>
            </a:r>
            <a:r>
              <a:rPr lang="nl-NL" dirty="0" err="1"/>
              <a:t>quia</a:t>
            </a:r>
            <a:r>
              <a:rPr lang="nl-NL" dirty="0"/>
              <a:t> </a:t>
            </a:r>
            <a:r>
              <a:rPr lang="nl-NL" dirty="0" err="1"/>
              <a:t>doluptio</a:t>
            </a:r>
            <a:r>
              <a:rPr lang="nl-NL" dirty="0"/>
              <a:t> </a:t>
            </a:r>
            <a:r>
              <a:rPr lang="nl-NL" dirty="0" err="1"/>
              <a:t>iduciis</a:t>
            </a:r>
            <a:r>
              <a:rPr lang="nl-NL" dirty="0"/>
              <a:t> </a:t>
            </a:r>
            <a:r>
              <a:rPr lang="nl-NL" dirty="0" err="1"/>
              <a:t>sedis</a:t>
            </a:r>
            <a:r>
              <a:rPr lang="nl-NL" dirty="0"/>
              <a:t> </a:t>
            </a:r>
            <a:r>
              <a:rPr lang="nl-NL" dirty="0" err="1"/>
              <a:t>sitat</a:t>
            </a:r>
            <a:r>
              <a:rPr lang="nl-NL" dirty="0"/>
              <a:t> es </a:t>
            </a:r>
            <a:r>
              <a:rPr lang="nl-NL" dirty="0" err="1"/>
              <a:t>nihition</a:t>
            </a:r>
            <a:r>
              <a:rPr lang="nl-NL" dirty="0"/>
              <a:t> </a:t>
            </a:r>
            <a:r>
              <a:rPr lang="nl-NL" dirty="0" err="1"/>
              <a:t>nonsecturi</a:t>
            </a:r>
            <a:r>
              <a:rPr lang="nl-NL" dirty="0"/>
              <a:t> </a:t>
            </a:r>
            <a:r>
              <a:rPr lang="nl-NL" dirty="0" err="1"/>
              <a:t>officidis</a:t>
            </a:r>
            <a:r>
              <a:rPr lang="nl-NL" dirty="0"/>
              <a:t> ex et que </a:t>
            </a:r>
            <a:r>
              <a:rPr lang="nl-NL" dirty="0" err="1"/>
              <a:t>esecto</a:t>
            </a:r>
            <a:r>
              <a:rPr lang="nl-NL" dirty="0"/>
              <a:t> </a:t>
            </a:r>
            <a:r>
              <a:rPr lang="nl-NL" dirty="0" err="1"/>
              <a:t>dolorumenis</a:t>
            </a:r>
            <a:r>
              <a:rPr lang="nl-NL" dirty="0"/>
              <a:t> </a:t>
            </a:r>
            <a:r>
              <a:rPr lang="nl-NL" dirty="0" err="1"/>
              <a:t>aritat</a:t>
            </a:r>
            <a:r>
              <a:rPr lang="nl-NL" dirty="0"/>
              <a:t> et. </a:t>
            </a:r>
            <a:br>
              <a:rPr lang="nl-NL" dirty="0"/>
            </a:br>
            <a:r>
              <a:rPr lang="nl-NL" dirty="0"/>
              <a:t>&lt;Max. 40 </a:t>
            </a:r>
            <a:r>
              <a:rPr lang="nl-NL" dirty="0" err="1"/>
              <a:t>words</a:t>
            </a:r>
            <a:r>
              <a:rPr lang="nl-NL" dirty="0"/>
              <a:t>&gt; </a:t>
            </a:r>
          </a:p>
        </p:txBody>
      </p:sp>
      <p:pic>
        <p:nvPicPr>
          <p:cNvPr id="7" name="Afbeelding 6">
            <a:extLst>
              <a:ext uri="{FF2B5EF4-FFF2-40B4-BE49-F238E27FC236}">
                <a16:creationId xmlns:a16="http://schemas.microsoft.com/office/drawing/2014/main" id="{65606AA5-AF36-9F4A-85F9-DFA22377F4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98" y="6001200"/>
            <a:ext cx="1728002" cy="679431"/>
          </a:xfrm>
          <a:prstGeom prst="rect">
            <a:avLst/>
          </a:prstGeom>
        </p:spPr>
      </p:pic>
    </p:spTree>
    <p:extLst>
      <p:ext uri="{BB962C8B-B14F-4D97-AF65-F5344CB8AC3E}">
        <p14:creationId xmlns:p14="http://schemas.microsoft.com/office/powerpoint/2010/main" val="1963991063"/>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Full screen image">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336551" y="368300"/>
            <a:ext cx="11522074" cy="6121400"/>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Click icon </a:t>
            </a:r>
            <a:r>
              <a:rPr lang="nl-NL" dirty="0" err="1"/>
              <a:t>to</a:t>
            </a:r>
            <a:r>
              <a:rPr lang="nl-NL" dirty="0"/>
              <a:t> </a:t>
            </a:r>
            <a:r>
              <a:rPr lang="nl-NL" dirty="0" err="1"/>
              <a:t>add</a:t>
            </a:r>
            <a:r>
              <a:rPr lang="nl-NL" dirty="0"/>
              <a:t> </a:t>
            </a:r>
            <a:r>
              <a:rPr lang="nl-NL" dirty="0" err="1"/>
              <a:t>an</a:t>
            </a:r>
            <a:r>
              <a:rPr lang="nl-NL" dirty="0"/>
              <a:t> image</a:t>
            </a:r>
          </a:p>
        </p:txBody>
      </p:sp>
    </p:spTree>
    <p:extLst>
      <p:ext uri="{BB962C8B-B14F-4D97-AF65-F5344CB8AC3E}">
        <p14:creationId xmlns:p14="http://schemas.microsoft.com/office/powerpoint/2010/main" val="1664076288"/>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Full screen image + caption">
    <p:bg bwMode="gray">
      <p:bgPr>
        <a:solidFill>
          <a:schemeClr val="bg1"/>
        </a:solidFill>
        <a:effectLst/>
      </p:bgPr>
    </p:bg>
    <p:spTree>
      <p:nvGrpSpPr>
        <p:cNvPr id="1" name=""/>
        <p:cNvGrpSpPr/>
        <p:nvPr/>
      </p:nvGrpSpPr>
      <p:grpSpPr>
        <a:xfrm>
          <a:off x="0" y="0"/>
          <a:ext cx="0" cy="0"/>
          <a:chOff x="0" y="0"/>
          <a:chExt cx="0" cy="0"/>
        </a:xfrm>
      </p:grpSpPr>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336551" y="368300"/>
            <a:ext cx="11522074" cy="5580000"/>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Click icon </a:t>
            </a:r>
            <a:r>
              <a:rPr lang="nl-NL" dirty="0" err="1"/>
              <a:t>to</a:t>
            </a:r>
            <a:r>
              <a:rPr lang="nl-NL" dirty="0"/>
              <a:t> </a:t>
            </a:r>
            <a:r>
              <a:rPr lang="nl-NL" dirty="0" err="1"/>
              <a:t>add</a:t>
            </a:r>
            <a:r>
              <a:rPr lang="nl-NL" dirty="0"/>
              <a:t> </a:t>
            </a:r>
            <a:r>
              <a:rPr lang="nl-NL" dirty="0" err="1"/>
              <a:t>an</a:t>
            </a:r>
            <a:r>
              <a:rPr lang="nl-NL" dirty="0"/>
              <a:t> image</a:t>
            </a:r>
          </a:p>
        </p:txBody>
      </p:sp>
      <p:sp>
        <p:nvSpPr>
          <p:cNvPr id="4" name="Tijdelijke aanduiding voor tekst 3">
            <a:extLst>
              <a:ext uri="{FF2B5EF4-FFF2-40B4-BE49-F238E27FC236}">
                <a16:creationId xmlns:a16="http://schemas.microsoft.com/office/drawing/2014/main" id="{2644E85E-CA6A-F844-A413-BC9479C4FF28}"/>
              </a:ext>
            </a:extLst>
          </p:cNvPr>
          <p:cNvSpPr>
            <a:spLocks noGrp="1"/>
          </p:cNvSpPr>
          <p:nvPr>
            <p:ph type="body" sz="quarter" idx="19" hasCustomPrompt="1"/>
          </p:nvPr>
        </p:nvSpPr>
        <p:spPr>
          <a:xfrm>
            <a:off x="336550" y="5948300"/>
            <a:ext cx="11522075" cy="541399"/>
          </a:xfrm>
          <a:prstGeom prst="rect">
            <a:avLst/>
          </a:prstGeom>
        </p:spPr>
        <p:txBody>
          <a:bodyPr lIns="0" bIns="0" anchor="b" anchorCtr="0"/>
          <a:lstStyle>
            <a:lvl1pPr marL="0" marR="0" indent="0" algn="l" defTabSz="914400" rtl="0" eaLnBrk="1" fontAlgn="auto" latinLnBrk="0" hangingPunct="1">
              <a:lnSpc>
                <a:spcPct val="110000"/>
              </a:lnSpc>
              <a:spcBef>
                <a:spcPts val="0"/>
              </a:spcBef>
              <a:spcAft>
                <a:spcPts val="0"/>
              </a:spcAft>
              <a:buClrTx/>
              <a:buSzTx/>
              <a:buFont typeface="Arial" pitchFamily="34" charset="0"/>
              <a:buNone/>
              <a:tabLst/>
              <a:defRPr lang="nl-NL" sz="1200" b="0" i="0" smtClean="0">
                <a:effectLst/>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Itasita</a:t>
            </a:r>
            <a:r>
              <a:rPr lang="nl-NL" dirty="0"/>
              <a:t> </a:t>
            </a:r>
            <a:r>
              <a:rPr lang="nl-NL" dirty="0" err="1"/>
              <a:t>sima</a:t>
            </a:r>
            <a:r>
              <a:rPr lang="nl-NL" dirty="0"/>
              <a:t> </a:t>
            </a:r>
            <a:r>
              <a:rPr lang="nl-NL" dirty="0" err="1"/>
              <a:t>dolor</a:t>
            </a:r>
            <a:r>
              <a:rPr lang="nl-NL" dirty="0"/>
              <a:t> min </a:t>
            </a:r>
            <a:r>
              <a:rPr lang="nl-NL" dirty="0" err="1"/>
              <a:t>evellor</a:t>
            </a:r>
            <a:r>
              <a:rPr lang="nl-NL" dirty="0"/>
              <a:t> </a:t>
            </a:r>
            <a:r>
              <a:rPr lang="nl-NL" dirty="0" err="1"/>
              <a:t>ratum</a:t>
            </a:r>
            <a:r>
              <a:rPr lang="nl-NL" dirty="0"/>
              <a:t> </a:t>
            </a:r>
            <a:r>
              <a:rPr lang="nl-NL" dirty="0" err="1"/>
              <a:t>laciis</a:t>
            </a:r>
            <a:r>
              <a:rPr lang="nl-NL" dirty="0"/>
              <a:t> et </a:t>
            </a:r>
            <a:r>
              <a:rPr lang="nl-NL" dirty="0" err="1"/>
              <a:t>quam</a:t>
            </a:r>
            <a:r>
              <a:rPr lang="nl-NL" dirty="0"/>
              <a:t> </a:t>
            </a:r>
            <a:r>
              <a:rPr lang="nl-NL" dirty="0" err="1"/>
              <a:t>voluptat</a:t>
            </a:r>
            <a:r>
              <a:rPr lang="nl-NL" dirty="0"/>
              <a:t> ut </a:t>
            </a:r>
            <a:r>
              <a:rPr lang="nl-NL" dirty="0" err="1"/>
              <a:t>lanis</a:t>
            </a:r>
            <a:r>
              <a:rPr lang="nl-NL" dirty="0"/>
              <a:t> </a:t>
            </a:r>
            <a:r>
              <a:rPr lang="nl-NL" dirty="0" err="1"/>
              <a:t>nit</a:t>
            </a:r>
            <a:r>
              <a:rPr lang="nl-NL" dirty="0"/>
              <a:t>, </a:t>
            </a:r>
            <a:r>
              <a:rPr lang="nl-NL" dirty="0" err="1"/>
              <a:t>eium</a:t>
            </a:r>
            <a:r>
              <a:rPr lang="nl-NL" dirty="0"/>
              <a:t> </a:t>
            </a:r>
            <a:r>
              <a:rPr lang="nl-NL" dirty="0" err="1"/>
              <a:t>quidus</a:t>
            </a:r>
            <a:r>
              <a:rPr lang="nl-NL" dirty="0"/>
              <a:t>, </a:t>
            </a:r>
            <a:r>
              <a:rPr lang="nl-NL" dirty="0" err="1"/>
              <a:t>quas</a:t>
            </a:r>
            <a:r>
              <a:rPr lang="nl-NL" dirty="0"/>
              <a:t> </a:t>
            </a:r>
            <a:r>
              <a:rPr lang="nl-NL" dirty="0" err="1"/>
              <a:t>nobis</a:t>
            </a:r>
            <a:r>
              <a:rPr lang="nl-NL" dirty="0"/>
              <a:t> </a:t>
            </a:r>
            <a:r>
              <a:rPr lang="nl-NL" dirty="0" err="1"/>
              <a:t>inusam</a:t>
            </a:r>
            <a:r>
              <a:rPr lang="nl-NL" dirty="0"/>
              <a:t> </a:t>
            </a:r>
            <a:r>
              <a:rPr lang="nl-NL" dirty="0" err="1"/>
              <a:t>cuptate</a:t>
            </a:r>
            <a:r>
              <a:rPr lang="nl-NL" dirty="0"/>
              <a:t> </a:t>
            </a:r>
            <a:r>
              <a:rPr lang="nl-NL" dirty="0" err="1"/>
              <a:t>mper</a:t>
            </a:r>
            <a:r>
              <a:rPr lang="nl-NL" dirty="0"/>
              <a:t> </a:t>
            </a:r>
            <a:r>
              <a:rPr lang="nl-NL" dirty="0" err="1"/>
              <a:t>nobit</a:t>
            </a:r>
            <a:r>
              <a:rPr lang="nl-NL" dirty="0"/>
              <a:t> hit </a:t>
            </a:r>
            <a:r>
              <a:rPr lang="nl-NL" dirty="0" err="1"/>
              <a:t>eliquam</a:t>
            </a:r>
            <a:r>
              <a:rPr lang="nl-NL" dirty="0"/>
              <a:t> </a:t>
            </a:r>
            <a:r>
              <a:rPr lang="nl-NL" dirty="0" err="1"/>
              <a:t>cori</a:t>
            </a:r>
            <a:r>
              <a:rPr lang="nl-NL" dirty="0"/>
              <a:t> </a:t>
            </a:r>
            <a:r>
              <a:rPr lang="nl-NL" dirty="0" err="1"/>
              <a:t>voloreicid</a:t>
            </a:r>
            <a:r>
              <a:rPr lang="nl-NL" dirty="0"/>
              <a:t> </a:t>
            </a:r>
            <a:r>
              <a:rPr lang="nl-NL" dirty="0" err="1"/>
              <a:t>mil</a:t>
            </a:r>
            <a:r>
              <a:rPr lang="nl-NL" dirty="0"/>
              <a:t> </a:t>
            </a:r>
            <a:r>
              <a:rPr lang="nl-NL" dirty="0" err="1"/>
              <a:t>minihilis</a:t>
            </a:r>
            <a:r>
              <a:rPr lang="nl-NL" dirty="0"/>
              <a:t> </a:t>
            </a:r>
            <a:r>
              <a:rPr lang="nl-NL" dirty="0" err="1"/>
              <a:t>aut</a:t>
            </a:r>
            <a:r>
              <a:rPr lang="nl-NL" dirty="0"/>
              <a:t> </a:t>
            </a:r>
            <a:r>
              <a:rPr lang="nl-NL" dirty="0" err="1"/>
              <a:t>milit</a:t>
            </a:r>
            <a:r>
              <a:rPr lang="nl-NL" dirty="0"/>
              <a:t> es </a:t>
            </a:r>
            <a:r>
              <a:rPr lang="nl-NL" dirty="0" err="1"/>
              <a:t>sum</a:t>
            </a:r>
            <a:r>
              <a:rPr lang="nl-NL" dirty="0"/>
              <a:t> </a:t>
            </a:r>
            <a:r>
              <a:rPr lang="nl-NL" dirty="0" err="1"/>
              <a:t>eicatet</a:t>
            </a:r>
            <a:r>
              <a:rPr lang="nl-NL" dirty="0"/>
              <a:t> ad mi, </a:t>
            </a:r>
            <a:r>
              <a:rPr lang="nl-NL" dirty="0" err="1"/>
              <a:t>unt</a:t>
            </a:r>
            <a:r>
              <a:rPr lang="nl-NL" dirty="0"/>
              <a:t> </a:t>
            </a:r>
            <a:r>
              <a:rPr lang="nl-NL" dirty="0" err="1"/>
              <a:t>qui</a:t>
            </a:r>
            <a:r>
              <a:rPr lang="nl-NL" dirty="0"/>
              <a:t> </a:t>
            </a:r>
            <a:r>
              <a:rPr lang="nl-NL" dirty="0" err="1"/>
              <a:t>dionseq</a:t>
            </a:r>
            <a:r>
              <a:rPr lang="nl-NL" dirty="0"/>
              <a:t> </a:t>
            </a:r>
            <a:r>
              <a:rPr lang="nl-NL" dirty="0" err="1"/>
              <a:t>uatusae</a:t>
            </a:r>
            <a:r>
              <a:rPr lang="nl-NL" dirty="0"/>
              <a:t> </a:t>
            </a:r>
            <a:r>
              <a:rPr lang="nl-NL" dirty="0" err="1"/>
              <a:t>verferf</a:t>
            </a:r>
            <a:r>
              <a:rPr lang="nl-NL" dirty="0"/>
              <a:t> </a:t>
            </a:r>
            <a:r>
              <a:rPr lang="nl-NL" dirty="0" err="1"/>
              <a:t>erumquunt</a:t>
            </a:r>
            <a:r>
              <a:rPr lang="nl-NL" dirty="0"/>
              <a:t>. &lt; Max. 40 </a:t>
            </a:r>
            <a:r>
              <a:rPr lang="nl-NL" dirty="0" err="1"/>
              <a:t>words</a:t>
            </a:r>
            <a:r>
              <a:rPr lang="nl-NL" dirty="0"/>
              <a:t>&gt; </a:t>
            </a:r>
          </a:p>
        </p:txBody>
      </p:sp>
    </p:spTree>
    <p:extLst>
      <p:ext uri="{BB962C8B-B14F-4D97-AF65-F5344CB8AC3E}">
        <p14:creationId xmlns:p14="http://schemas.microsoft.com/office/powerpoint/2010/main" val="3828969105"/>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hapter / quote">
    <p:bg bwMode="gray">
      <p:bgPr>
        <a:solidFill>
          <a:schemeClr val="bg1"/>
        </a:solidFill>
        <a:effectLst/>
      </p:bgPr>
    </p:bg>
    <p:spTree>
      <p:nvGrpSpPr>
        <p:cNvPr id="1" name=""/>
        <p:cNvGrpSpPr/>
        <p:nvPr/>
      </p:nvGrpSpPr>
      <p:grpSpPr>
        <a:xfrm>
          <a:off x="0" y="0"/>
          <a:ext cx="0" cy="0"/>
          <a:chOff x="0" y="0"/>
          <a:chExt cx="0" cy="0"/>
        </a:xfrm>
      </p:grpSpPr>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93291" y="1180848"/>
            <a:ext cx="11374640" cy="4603578"/>
          </a:xfrm>
          <a:prstGeom prst="rect">
            <a:avLst/>
          </a:prstGeom>
        </p:spPr>
        <p:txBody>
          <a:bodyPr anchor="ctr" anchorCtr="0"/>
          <a:lstStyle>
            <a:lvl1pPr marL="0" marR="0" indent="0" algn="ctr" defTabSz="914400" rtl="0" eaLnBrk="1" fontAlgn="auto" latinLnBrk="0" hangingPunct="1">
              <a:lnSpc>
                <a:spcPct val="100000"/>
              </a:lnSpc>
              <a:spcBef>
                <a:spcPct val="0"/>
              </a:spcBef>
              <a:spcAft>
                <a:spcPts val="0"/>
              </a:spcAft>
              <a:buClrTx/>
              <a:buSzTx/>
              <a:buFontTx/>
              <a:buNone/>
              <a:tabLst/>
              <a:defRPr sz="4100" b="0" i="1">
                <a:latin typeface="Merriweather Light" pitchFamily="2" charset="77"/>
              </a:defRPr>
            </a:lvl1pPr>
          </a:lstStyle>
          <a:p>
            <a:r>
              <a:rPr lang="en-GB" dirty="0"/>
              <a:t>Chapter title or Quote slide.</a:t>
            </a:r>
            <a:br>
              <a:rPr lang="en-GB" dirty="0"/>
            </a:br>
            <a:r>
              <a:rPr lang="en-GB" dirty="0"/>
              <a:t>(Leave Name </a:t>
            </a:r>
            <a:r>
              <a:rPr lang="en-GB" dirty="0" err="1"/>
              <a:t>Lastname</a:t>
            </a:r>
            <a:r>
              <a:rPr lang="en-GB" dirty="0"/>
              <a:t> and Job title</a:t>
            </a:r>
            <a:br>
              <a:rPr lang="en-GB" dirty="0"/>
            </a:br>
            <a:r>
              <a:rPr lang="en-GB" dirty="0"/>
              <a:t>empty in case of chapter slide.)</a:t>
            </a:r>
          </a:p>
        </p:txBody>
      </p:sp>
      <p:sp>
        <p:nvSpPr>
          <p:cNvPr id="33" name="Tijdelijke aanduiding voor tekst 32">
            <a:extLst>
              <a:ext uri="{FF2B5EF4-FFF2-40B4-BE49-F238E27FC236}">
                <a16:creationId xmlns:a16="http://schemas.microsoft.com/office/drawing/2014/main" id="{509A3404-C322-574D-996D-93CFC2296001}"/>
              </a:ext>
            </a:extLst>
          </p:cNvPr>
          <p:cNvSpPr>
            <a:spLocks noGrp="1"/>
          </p:cNvSpPr>
          <p:nvPr>
            <p:ph type="body" sz="quarter" idx="15" hasCustomPrompt="1"/>
          </p:nvPr>
        </p:nvSpPr>
        <p:spPr>
          <a:xfrm>
            <a:off x="3578225" y="5792377"/>
            <a:ext cx="5038725" cy="217169"/>
          </a:xfrm>
          <a:prstGeom prst="rect">
            <a:avLst/>
          </a:prstGeom>
        </p:spPr>
        <p:txBody>
          <a:bodyPr/>
          <a:lstStyle>
            <a:lvl1pPr algn="ctr">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dirty="0"/>
              <a:t>Name </a:t>
            </a:r>
            <a:r>
              <a:rPr lang="nl-NL" dirty="0" err="1"/>
              <a:t>Lastname</a:t>
            </a:r>
            <a:endParaRPr lang="nl-NL" dirty="0"/>
          </a:p>
        </p:txBody>
      </p:sp>
      <p:sp>
        <p:nvSpPr>
          <p:cNvPr id="35" name="Tijdelijke aanduiding voor tekst 34">
            <a:extLst>
              <a:ext uri="{FF2B5EF4-FFF2-40B4-BE49-F238E27FC236}">
                <a16:creationId xmlns:a16="http://schemas.microsoft.com/office/drawing/2014/main" id="{D6F025CA-08AA-BB4D-A7AA-3CD26CC85FA1}"/>
              </a:ext>
            </a:extLst>
          </p:cNvPr>
          <p:cNvSpPr>
            <a:spLocks noGrp="1"/>
          </p:cNvSpPr>
          <p:nvPr>
            <p:ph type="body" sz="quarter" idx="16" hasCustomPrompt="1"/>
          </p:nvPr>
        </p:nvSpPr>
        <p:spPr>
          <a:xfrm>
            <a:off x="3578225" y="6017497"/>
            <a:ext cx="5038725" cy="270592"/>
          </a:xfrm>
          <a:prstGeom prst="rect">
            <a:avLst/>
          </a:prstGeom>
        </p:spPr>
        <p:txBody>
          <a:bodyPr/>
          <a:lstStyle>
            <a:lvl1pPr algn="ct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Job </a:t>
            </a:r>
            <a:r>
              <a:rPr lang="nl-NL" dirty="0" err="1"/>
              <a:t>title</a:t>
            </a:r>
            <a:endParaRPr lang="nl-NL" dirty="0"/>
          </a:p>
        </p:txBody>
      </p:sp>
      <p:pic>
        <p:nvPicPr>
          <p:cNvPr id="6" name="Afbeelding 5">
            <a:extLst>
              <a:ext uri="{FF2B5EF4-FFF2-40B4-BE49-F238E27FC236}">
                <a16:creationId xmlns:a16="http://schemas.microsoft.com/office/drawing/2014/main" id="{BA54B966-33EF-5C43-961A-88F7F36BAA4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98" y="6001200"/>
            <a:ext cx="1728002" cy="679431"/>
          </a:xfrm>
          <a:prstGeom prst="rect">
            <a:avLst/>
          </a:prstGeom>
        </p:spPr>
      </p:pic>
    </p:spTree>
    <p:extLst>
      <p:ext uri="{BB962C8B-B14F-4D97-AF65-F5344CB8AC3E}">
        <p14:creationId xmlns:p14="http://schemas.microsoft.com/office/powerpoint/2010/main" val="1510959481"/>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11">
          <p15:clr>
            <a:srgbClr val="FBAE40"/>
          </p15:clr>
        </p15:guide>
        <p15:guide id="7" pos="6200">
          <p15:clr>
            <a:srgbClr val="FBAE40"/>
          </p15:clr>
        </p15:guide>
        <p15:guide id="8" pos="6290">
          <p15:clr>
            <a:srgbClr val="FBAE40"/>
          </p15:clr>
        </p15:guide>
        <p15:guide id="9" pos="4998">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hapter / quote + image right">
    <p:bg bwMode="gray">
      <p:bgPr>
        <a:solidFill>
          <a:schemeClr val="bg1"/>
        </a:solidFill>
        <a:effectLst/>
      </p:bgPr>
    </p:bg>
    <p:spTree>
      <p:nvGrpSpPr>
        <p:cNvPr id="1" name=""/>
        <p:cNvGrpSpPr/>
        <p:nvPr/>
      </p:nvGrpSpPr>
      <p:grpSpPr>
        <a:xfrm>
          <a:off x="0" y="0"/>
          <a:ext cx="0" cy="0"/>
          <a:chOff x="0" y="0"/>
          <a:chExt cx="0" cy="0"/>
        </a:xfrm>
      </p:grpSpPr>
      <p:sp>
        <p:nvSpPr>
          <p:cNvPr id="18" name="Titel 1">
            <a:extLst>
              <a:ext uri="{FF2B5EF4-FFF2-40B4-BE49-F238E27FC236}">
                <a16:creationId xmlns:a16="http://schemas.microsoft.com/office/drawing/2014/main" id="{2133EB5A-69B9-1740-8101-0C004BB7DA6D}"/>
              </a:ext>
            </a:extLst>
          </p:cNvPr>
          <p:cNvSpPr>
            <a:spLocks noGrp="1"/>
          </p:cNvSpPr>
          <p:nvPr>
            <p:ph type="ctrTitle" hasCustomPrompt="1"/>
          </p:nvPr>
        </p:nvSpPr>
        <p:spPr>
          <a:xfrm>
            <a:off x="338138" y="371475"/>
            <a:ext cx="5580062" cy="4320000"/>
          </a:xfrm>
          <a:prstGeom prst="rect">
            <a:avLst/>
          </a:prstGeom>
        </p:spPr>
        <p:txBody>
          <a:bodyPr anchor="t" anchorCtr="0"/>
          <a:lstStyle>
            <a:lvl1pPr marL="0" marR="0" indent="0" algn="l" defTabSz="914400" rtl="0" eaLnBrk="1" fontAlgn="auto" latinLnBrk="0" hangingPunct="1">
              <a:lnSpc>
                <a:spcPct val="100000"/>
              </a:lnSpc>
              <a:spcBef>
                <a:spcPct val="0"/>
              </a:spcBef>
              <a:spcAft>
                <a:spcPts val="0"/>
              </a:spcAft>
              <a:buClrTx/>
              <a:buSzTx/>
              <a:buFontTx/>
              <a:buNone/>
              <a:tabLst/>
              <a:defRPr lang="nl-NL" sz="4100" b="0" i="1" smtClean="0">
                <a:effectLst/>
                <a:latin typeface="Merriweather Light" pitchFamily="2" charset="77"/>
              </a:defRPr>
            </a:lvl1pPr>
          </a:lstStyle>
          <a:p>
            <a:r>
              <a:rPr lang="en-GB" dirty="0"/>
              <a:t>Chapter title or Quote slide. (Leave Name </a:t>
            </a:r>
            <a:r>
              <a:rPr lang="en-GB" dirty="0" err="1"/>
              <a:t>Lastname</a:t>
            </a:r>
            <a:r>
              <a:rPr lang="en-GB" dirty="0"/>
              <a:t> and Job title empty in case of chapter slide.)</a:t>
            </a:r>
          </a:p>
        </p:txBody>
      </p:sp>
      <p:sp>
        <p:nvSpPr>
          <p:cNvPr id="5" name="Tijdelijke aanduiding voor afbeelding 4">
            <a:extLst>
              <a:ext uri="{FF2B5EF4-FFF2-40B4-BE49-F238E27FC236}">
                <a16:creationId xmlns:a16="http://schemas.microsoft.com/office/drawing/2014/main" id="{6BA2A577-21F1-7046-AA42-DF49AEC8BCF0}"/>
              </a:ext>
            </a:extLst>
          </p:cNvPr>
          <p:cNvSpPr>
            <a:spLocks noGrp="1"/>
          </p:cNvSpPr>
          <p:nvPr>
            <p:ph type="pic" sz="quarter" idx="18" hasCustomPrompt="1"/>
          </p:nvPr>
        </p:nvSpPr>
        <p:spPr>
          <a:xfrm>
            <a:off x="6276975" y="368301"/>
            <a:ext cx="5581650" cy="6121400"/>
          </a:xfrm>
          <a:prstGeom prst="rect">
            <a:avLst/>
          </a:prstGeom>
          <a:solidFill>
            <a:schemeClr val="bg1"/>
          </a:solidFill>
          <a:ln>
            <a:noFill/>
          </a:ln>
        </p:spPr>
        <p:txBody>
          <a:bodyPr anchor="ctr" anchorCtr="0"/>
          <a:lstStyle>
            <a:lvl1pPr algn="ctr">
              <a:defRPr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Click icon </a:t>
            </a:r>
            <a:r>
              <a:rPr lang="nl-NL" dirty="0" err="1"/>
              <a:t>to</a:t>
            </a:r>
            <a:r>
              <a:rPr lang="nl-NL" dirty="0"/>
              <a:t> </a:t>
            </a:r>
            <a:r>
              <a:rPr lang="nl-NL" dirty="0" err="1"/>
              <a:t>add</a:t>
            </a:r>
            <a:r>
              <a:rPr lang="nl-NL" dirty="0"/>
              <a:t> </a:t>
            </a:r>
            <a:r>
              <a:rPr lang="nl-NL" dirty="0" err="1"/>
              <a:t>an</a:t>
            </a:r>
            <a:r>
              <a:rPr lang="nl-NL" dirty="0"/>
              <a:t> image</a:t>
            </a:r>
          </a:p>
        </p:txBody>
      </p:sp>
      <p:sp>
        <p:nvSpPr>
          <p:cNvPr id="6" name="Tijdelijke aanduiding voor tekst 32">
            <a:extLst>
              <a:ext uri="{FF2B5EF4-FFF2-40B4-BE49-F238E27FC236}">
                <a16:creationId xmlns:a16="http://schemas.microsoft.com/office/drawing/2014/main" id="{8A6E6E10-CABC-FF47-8209-224B9E9C5A85}"/>
              </a:ext>
            </a:extLst>
          </p:cNvPr>
          <p:cNvSpPr>
            <a:spLocks noGrp="1"/>
          </p:cNvSpPr>
          <p:nvPr>
            <p:ph type="body" sz="quarter" idx="15" hasCustomPrompt="1"/>
          </p:nvPr>
        </p:nvSpPr>
        <p:spPr>
          <a:xfrm>
            <a:off x="338138" y="5499919"/>
            <a:ext cx="5580062" cy="217169"/>
          </a:xfrm>
          <a:prstGeom prst="rect">
            <a:avLst/>
          </a:prstGeom>
        </p:spPr>
        <p:txBody>
          <a:bodyPr/>
          <a:lstStyle>
            <a:lvl1pPr algn="l">
              <a:defRPr sz="1200" b="1" i="0">
                <a:latin typeface="Open Sans" panose="020B0606030504020204" pitchFamily="34" charset="0"/>
                <a:ea typeface="Open Sans" panose="020B0606030504020204" pitchFamily="34" charset="0"/>
                <a:cs typeface="Open Sans" panose="020B0606030504020204" pitchFamily="34" charset="0"/>
              </a:defRPr>
            </a:lvl1pPr>
          </a:lstStyle>
          <a:p>
            <a:r>
              <a:rPr lang="nl-NL" dirty="0"/>
              <a:t>Name </a:t>
            </a:r>
            <a:r>
              <a:rPr lang="nl-NL" dirty="0" err="1"/>
              <a:t>Lastname</a:t>
            </a:r>
            <a:endParaRPr lang="nl-NL" dirty="0"/>
          </a:p>
        </p:txBody>
      </p:sp>
      <p:sp>
        <p:nvSpPr>
          <p:cNvPr id="7" name="Tijdelijke aanduiding voor tekst 34">
            <a:extLst>
              <a:ext uri="{FF2B5EF4-FFF2-40B4-BE49-F238E27FC236}">
                <a16:creationId xmlns:a16="http://schemas.microsoft.com/office/drawing/2014/main" id="{79749A39-F36C-EA43-9B19-3B58CEBDFCD8}"/>
              </a:ext>
            </a:extLst>
          </p:cNvPr>
          <p:cNvSpPr>
            <a:spLocks noGrp="1"/>
          </p:cNvSpPr>
          <p:nvPr>
            <p:ph type="body" sz="quarter" idx="16" hasCustomPrompt="1"/>
          </p:nvPr>
        </p:nvSpPr>
        <p:spPr>
          <a:xfrm>
            <a:off x="338138" y="5717088"/>
            <a:ext cx="5580062" cy="270592"/>
          </a:xfrm>
          <a:prstGeom prst="rect">
            <a:avLst/>
          </a:prstGeom>
        </p:spPr>
        <p:txBody>
          <a:bodyPr/>
          <a:lstStyle>
            <a:lvl1pPr algn="l">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a:t>Job </a:t>
            </a:r>
            <a:r>
              <a:rPr lang="nl-NL" dirty="0" err="1"/>
              <a:t>title</a:t>
            </a:r>
            <a:endParaRPr lang="nl-NL" dirty="0"/>
          </a:p>
        </p:txBody>
      </p:sp>
      <p:pic>
        <p:nvPicPr>
          <p:cNvPr id="10" name="Afbeelding 9">
            <a:extLst>
              <a:ext uri="{FF2B5EF4-FFF2-40B4-BE49-F238E27FC236}">
                <a16:creationId xmlns:a16="http://schemas.microsoft.com/office/drawing/2014/main" id="{D08FC8D2-49F9-4443-895C-08A3E052A2A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98" y="6001200"/>
            <a:ext cx="1728002" cy="679431"/>
          </a:xfrm>
          <a:prstGeom prst="rect">
            <a:avLst/>
          </a:prstGeom>
        </p:spPr>
      </p:pic>
    </p:spTree>
    <p:extLst>
      <p:ext uri="{BB962C8B-B14F-4D97-AF65-F5344CB8AC3E}">
        <p14:creationId xmlns:p14="http://schemas.microsoft.com/office/powerpoint/2010/main" val="211799999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79">
          <p15:clr>
            <a:srgbClr val="FBAE40"/>
          </p15:clr>
        </p15:guide>
        <p15:guide id="7" pos="6222">
          <p15:clr>
            <a:srgbClr val="FBAE40"/>
          </p15:clr>
        </p15:guide>
        <p15:guide id="8" pos="6426">
          <p15:clr>
            <a:srgbClr val="FBAE40"/>
          </p15:clr>
        </p15:guide>
        <p15:guide id="9" pos="4975">
          <p15:clr>
            <a:srgbClr val="FBAE40"/>
          </p15:clr>
        </p15:guide>
        <p15:guide id="10" pos="3954">
          <p15:clr>
            <a:srgbClr val="FBAE40"/>
          </p15:clr>
        </p15:guide>
        <p15:guide id="11" pos="3728">
          <p15:clr>
            <a:srgbClr val="FBAE40"/>
          </p15:clr>
        </p15:guide>
        <p15:guide id="12" pos="2707">
          <p15:clr>
            <a:srgbClr val="FBAE40"/>
          </p15:clr>
        </p15:guide>
        <p15:guide id="13" pos="2503">
          <p15:clr>
            <a:srgbClr val="FBAE40"/>
          </p15:clr>
        </p15:guide>
        <p15:guide id="14" pos="1460">
          <p15:clr>
            <a:srgbClr val="FBAE40"/>
          </p15:clr>
        </p15:guide>
        <p15:guide id="15" pos="1256">
          <p15:clr>
            <a:srgbClr val="FBAE40"/>
          </p15:clr>
        </p15:guide>
        <p15:guide id="17" orient="horz" pos="2115">
          <p15:clr>
            <a:srgbClr val="FBAE40"/>
          </p15:clr>
        </p15:guide>
        <p15:guide id="18" orient="horz" pos="75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sclaimer">
    <p:bg bwMode="gray">
      <p:bgPr>
        <a:solidFill>
          <a:schemeClr val="accent1"/>
        </a:solidFill>
        <a:effectLst/>
      </p:bgPr>
    </p:bg>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4282908C-B98B-6542-963B-D08F8A80CC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29688" y="2439285"/>
            <a:ext cx="6935798" cy="1979430"/>
          </a:xfrm>
          <a:prstGeom prst="rect">
            <a:avLst/>
          </a:prstGeom>
        </p:spPr>
      </p:pic>
    </p:spTree>
    <p:extLst>
      <p:ext uri="{BB962C8B-B14F-4D97-AF65-F5344CB8AC3E}">
        <p14:creationId xmlns:p14="http://schemas.microsoft.com/office/powerpoint/2010/main" val="3150545172"/>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7" pos="6200">
          <p15:clr>
            <a:srgbClr val="FBAE40"/>
          </p15:clr>
        </p15:guide>
        <p15:guide id="8" pos="6290">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guide id="19" pos="5134" userDrawn="1">
          <p15:clr>
            <a:srgbClr val="FBAE40"/>
          </p15:clr>
        </p15:guide>
        <p15:guide id="20" pos="5043" userDrawn="1">
          <p15:clr>
            <a:srgbClr val="FBAE40"/>
          </p15:clr>
        </p15:guide>
        <p15:guide id="21"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Disclaimer + partner logos">
    <p:bg bwMode="gray">
      <p:bgPr>
        <a:solidFill>
          <a:schemeClr val="accent1"/>
        </a:solidFill>
        <a:effectLst/>
      </p:bgPr>
    </p:bg>
    <p:spTree>
      <p:nvGrpSpPr>
        <p:cNvPr id="1" name=""/>
        <p:cNvGrpSpPr/>
        <p:nvPr/>
      </p:nvGrpSpPr>
      <p:grpSpPr>
        <a:xfrm>
          <a:off x="0" y="0"/>
          <a:ext cx="0" cy="0"/>
          <a:chOff x="0" y="0"/>
          <a:chExt cx="0" cy="0"/>
        </a:xfrm>
      </p:grpSpPr>
      <p:sp>
        <p:nvSpPr>
          <p:cNvPr id="31" name="Tijdelijke aanduiding voor afbeelding 2">
            <a:extLst>
              <a:ext uri="{FF2B5EF4-FFF2-40B4-BE49-F238E27FC236}">
                <a16:creationId xmlns:a16="http://schemas.microsoft.com/office/drawing/2014/main" id="{6C9B2BAC-262E-CB42-9DC4-D4F88D7A3434}"/>
              </a:ext>
            </a:extLst>
          </p:cNvPr>
          <p:cNvSpPr>
            <a:spLocks noGrp="1"/>
          </p:cNvSpPr>
          <p:nvPr>
            <p:ph type="pic" sz="quarter" idx="19" hasCustomPrompt="1"/>
          </p:nvPr>
        </p:nvSpPr>
        <p:spPr>
          <a:xfrm>
            <a:off x="2337821" y="4117423"/>
            <a:ext cx="2438892" cy="1012671"/>
          </a:xfrm>
          <a:prstGeom prst="rect">
            <a:avLst/>
          </a:prstGeom>
          <a:noFill/>
        </p:spPr>
        <p:txBody>
          <a:bodyPr anchor="ctr"/>
          <a:lstStyle>
            <a:lvl1pPr algn="ct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32" name="Tijdelijke aanduiding voor afbeelding 2">
            <a:extLst>
              <a:ext uri="{FF2B5EF4-FFF2-40B4-BE49-F238E27FC236}">
                <a16:creationId xmlns:a16="http://schemas.microsoft.com/office/drawing/2014/main" id="{DD2B6CBF-EBBE-8E4D-AD2B-F1D1CF8BDCDF}"/>
              </a:ext>
            </a:extLst>
          </p:cNvPr>
          <p:cNvSpPr>
            <a:spLocks noGrp="1"/>
          </p:cNvSpPr>
          <p:nvPr>
            <p:ph type="pic" sz="quarter" idx="20" hasCustomPrompt="1"/>
          </p:nvPr>
        </p:nvSpPr>
        <p:spPr>
          <a:xfrm>
            <a:off x="4877360" y="4117423"/>
            <a:ext cx="2438892" cy="1012671"/>
          </a:xfrm>
          <a:prstGeom prst="rect">
            <a:avLst/>
          </a:prstGeom>
          <a:noFill/>
        </p:spPr>
        <p:txBody>
          <a:bodyPr anchor="ctr"/>
          <a:lstStyle>
            <a:lvl1pPr algn="ct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33" name="Tijdelijke aanduiding voor afbeelding 2">
            <a:extLst>
              <a:ext uri="{FF2B5EF4-FFF2-40B4-BE49-F238E27FC236}">
                <a16:creationId xmlns:a16="http://schemas.microsoft.com/office/drawing/2014/main" id="{65C6E2FD-71CC-CC4A-A318-3830215D486C}"/>
              </a:ext>
            </a:extLst>
          </p:cNvPr>
          <p:cNvSpPr>
            <a:spLocks noGrp="1"/>
          </p:cNvSpPr>
          <p:nvPr>
            <p:ph type="pic" sz="quarter" idx="21" hasCustomPrompt="1"/>
          </p:nvPr>
        </p:nvSpPr>
        <p:spPr>
          <a:xfrm>
            <a:off x="7404551" y="4117423"/>
            <a:ext cx="2438892" cy="1012671"/>
          </a:xfrm>
          <a:prstGeom prst="rect">
            <a:avLst/>
          </a:prstGeom>
          <a:noFill/>
        </p:spPr>
        <p:txBody>
          <a:bodyPr anchor="ctr"/>
          <a:lstStyle>
            <a:lvl1pPr algn="ct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34" name="Tijdelijke aanduiding voor tekst 34">
            <a:extLst>
              <a:ext uri="{FF2B5EF4-FFF2-40B4-BE49-F238E27FC236}">
                <a16:creationId xmlns:a16="http://schemas.microsoft.com/office/drawing/2014/main" id="{6A0F4D5D-2BC8-D946-A31E-05AF1A3A8366}"/>
              </a:ext>
            </a:extLst>
          </p:cNvPr>
          <p:cNvSpPr>
            <a:spLocks noGrp="1"/>
          </p:cNvSpPr>
          <p:nvPr>
            <p:ph type="body" sz="quarter" idx="23" hasCustomPrompt="1"/>
          </p:nvPr>
        </p:nvSpPr>
        <p:spPr>
          <a:xfrm>
            <a:off x="2317519" y="3740461"/>
            <a:ext cx="7560136" cy="270592"/>
          </a:xfrm>
          <a:prstGeom prst="rect">
            <a:avLst/>
          </a:prstGeom>
        </p:spPr>
        <p:txBody>
          <a:bodyPr lIns="0" tIns="0" rIns="0" bIns="0"/>
          <a:lstStyle>
            <a:lvl1pPr algn="l">
              <a:defRPr sz="1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GB" noProof="0" dirty="0"/>
              <a:t>Partners</a:t>
            </a:r>
          </a:p>
        </p:txBody>
      </p:sp>
      <p:sp>
        <p:nvSpPr>
          <p:cNvPr id="35" name="Tijdelijke aanduiding voor afbeelding 2">
            <a:extLst>
              <a:ext uri="{FF2B5EF4-FFF2-40B4-BE49-F238E27FC236}">
                <a16:creationId xmlns:a16="http://schemas.microsoft.com/office/drawing/2014/main" id="{93547CC4-5A73-C347-93A5-A80AEAC9D5E1}"/>
              </a:ext>
            </a:extLst>
          </p:cNvPr>
          <p:cNvSpPr>
            <a:spLocks noGrp="1"/>
          </p:cNvSpPr>
          <p:nvPr>
            <p:ph type="pic" sz="quarter" idx="24" hasCustomPrompt="1"/>
          </p:nvPr>
        </p:nvSpPr>
        <p:spPr>
          <a:xfrm>
            <a:off x="2348607" y="5244036"/>
            <a:ext cx="2438892" cy="1012671"/>
          </a:xfrm>
          <a:prstGeom prst="rect">
            <a:avLst/>
          </a:prstGeom>
          <a:noFill/>
        </p:spPr>
        <p:txBody>
          <a:bodyPr anchor="ctr"/>
          <a:lstStyle>
            <a:lvl1pPr algn="ct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36" name="Tijdelijke aanduiding voor afbeelding 2">
            <a:extLst>
              <a:ext uri="{FF2B5EF4-FFF2-40B4-BE49-F238E27FC236}">
                <a16:creationId xmlns:a16="http://schemas.microsoft.com/office/drawing/2014/main" id="{4CB8682C-D90B-C749-BABF-D3B17E3AB73B}"/>
              </a:ext>
            </a:extLst>
          </p:cNvPr>
          <p:cNvSpPr>
            <a:spLocks noGrp="1"/>
          </p:cNvSpPr>
          <p:nvPr>
            <p:ph type="pic" sz="quarter" idx="25" hasCustomPrompt="1"/>
          </p:nvPr>
        </p:nvSpPr>
        <p:spPr>
          <a:xfrm>
            <a:off x="4877360" y="5244036"/>
            <a:ext cx="2438892" cy="1012671"/>
          </a:xfrm>
          <a:prstGeom prst="rect">
            <a:avLst/>
          </a:prstGeom>
          <a:noFill/>
        </p:spPr>
        <p:txBody>
          <a:bodyPr anchor="ctr"/>
          <a:lstStyle>
            <a:lvl1pPr algn="ct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sp>
        <p:nvSpPr>
          <p:cNvPr id="37" name="Tijdelijke aanduiding voor afbeelding 2">
            <a:extLst>
              <a:ext uri="{FF2B5EF4-FFF2-40B4-BE49-F238E27FC236}">
                <a16:creationId xmlns:a16="http://schemas.microsoft.com/office/drawing/2014/main" id="{FBAB247E-5B35-B145-A2E9-4160FFD63172}"/>
              </a:ext>
            </a:extLst>
          </p:cNvPr>
          <p:cNvSpPr>
            <a:spLocks noGrp="1"/>
          </p:cNvSpPr>
          <p:nvPr>
            <p:ph type="pic" sz="quarter" idx="26" hasCustomPrompt="1"/>
          </p:nvPr>
        </p:nvSpPr>
        <p:spPr>
          <a:xfrm>
            <a:off x="7406113" y="5244036"/>
            <a:ext cx="2438892" cy="1012671"/>
          </a:xfrm>
          <a:prstGeom prst="rect">
            <a:avLst/>
          </a:prstGeom>
          <a:noFill/>
        </p:spPr>
        <p:txBody>
          <a:bodyPr anchor="ctr"/>
          <a:lstStyle>
            <a:lvl1pPr algn="ctr">
              <a:defRPr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nl-NL" dirty="0" err="1"/>
              <a:t>Place</a:t>
            </a:r>
            <a:r>
              <a:rPr lang="nl-NL" dirty="0"/>
              <a:t> logo </a:t>
            </a:r>
            <a:r>
              <a:rPr lang="nl-NL" dirty="0" err="1"/>
              <a:t>here</a:t>
            </a:r>
            <a:endParaRPr lang="nl-NL" dirty="0"/>
          </a:p>
        </p:txBody>
      </p:sp>
      <p:cxnSp>
        <p:nvCxnSpPr>
          <p:cNvPr id="38" name="Rechte verbindingslijn 37">
            <a:extLst>
              <a:ext uri="{FF2B5EF4-FFF2-40B4-BE49-F238E27FC236}">
                <a16:creationId xmlns:a16="http://schemas.microsoft.com/office/drawing/2014/main" id="{62F45F0C-2C28-2A42-8FC8-80EAEC1E620E}"/>
              </a:ext>
            </a:extLst>
          </p:cNvPr>
          <p:cNvCxnSpPr>
            <a:cxnSpLocks/>
          </p:cNvCxnSpPr>
          <p:nvPr userDrawn="1"/>
        </p:nvCxnSpPr>
        <p:spPr>
          <a:xfrm>
            <a:off x="2317519" y="4011053"/>
            <a:ext cx="75601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9" name="Afbeelding 38">
            <a:extLst>
              <a:ext uri="{FF2B5EF4-FFF2-40B4-BE49-F238E27FC236}">
                <a16:creationId xmlns:a16="http://schemas.microsoft.com/office/drawing/2014/main" id="{5F5BDC55-C3B7-D14A-AF10-AE3DFBFB1E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71837" y="1816100"/>
            <a:ext cx="5651500" cy="1612900"/>
          </a:xfrm>
          <a:prstGeom prst="rect">
            <a:avLst/>
          </a:prstGeom>
        </p:spPr>
      </p:pic>
    </p:spTree>
    <p:extLst>
      <p:ext uri="{BB962C8B-B14F-4D97-AF65-F5344CB8AC3E}">
        <p14:creationId xmlns:p14="http://schemas.microsoft.com/office/powerpoint/2010/main" val="3560268776"/>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7" pos="6200">
          <p15:clr>
            <a:srgbClr val="FBAE40"/>
          </p15:clr>
        </p15:guide>
        <p15:guide id="8" pos="6290">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guide id="19" pos="5134">
          <p15:clr>
            <a:srgbClr val="FBAE40"/>
          </p15:clr>
        </p15:guide>
        <p15:guide id="20" pos="5043">
          <p15:clr>
            <a:srgbClr val="FBAE40"/>
          </p15:clr>
        </p15:guide>
        <p15:guide id="21" orient="horz" pos="377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eg">
    <p:bg bwMode="gray">
      <p:bgPr>
        <a:solidFill>
          <a:schemeClr val="bg1"/>
        </a:solidFill>
        <a:effectLst/>
      </p:bgPr>
    </p:bg>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DA4BDBF9-888E-ED47-97BB-AD032B1D502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3598" y="6001200"/>
            <a:ext cx="1728002" cy="679431"/>
          </a:xfrm>
          <a:prstGeom prst="rect">
            <a:avLst/>
          </a:prstGeom>
        </p:spPr>
      </p:pic>
    </p:spTree>
    <p:extLst>
      <p:ext uri="{BB962C8B-B14F-4D97-AF65-F5344CB8AC3E}">
        <p14:creationId xmlns:p14="http://schemas.microsoft.com/office/powerpoint/2010/main" val="119086131"/>
      </p:ext>
    </p:extLst>
  </p:cSld>
  <p:clrMapOvr>
    <a:masterClrMapping/>
  </p:clrMapOvr>
  <p:extLst>
    <p:ext uri="{DCECCB84-F9BA-43D5-87BE-67443E8EF086}">
      <p15:sldGuideLst xmlns:p15="http://schemas.microsoft.com/office/powerpoint/2012/main">
        <p15:guide id="1" orient="horz" pos="232">
          <p15:clr>
            <a:srgbClr val="FBAE40"/>
          </p15:clr>
        </p15:guide>
        <p15:guide id="2" pos="212">
          <p15:clr>
            <a:srgbClr val="FBAE40"/>
          </p15:clr>
        </p15:guide>
        <p15:guide id="3" pos="7470">
          <p15:clr>
            <a:srgbClr val="FBAE40"/>
          </p15:clr>
        </p15:guide>
        <p15:guide id="4" orient="horz" pos="436">
          <p15:clr>
            <a:srgbClr val="FBAE40"/>
          </p15:clr>
        </p15:guide>
        <p15:guide id="5" orient="horz" pos="4088">
          <p15:clr>
            <a:srgbClr val="FBAE40"/>
          </p15:clr>
        </p15:guide>
        <p15:guide id="6" pos="5134">
          <p15:clr>
            <a:srgbClr val="FBAE40"/>
          </p15:clr>
        </p15:guide>
        <p15:guide id="7" pos="6200">
          <p15:clr>
            <a:srgbClr val="FBAE40"/>
          </p15:clr>
        </p15:guide>
        <p15:guide id="8" pos="6290">
          <p15:clr>
            <a:srgbClr val="FBAE40"/>
          </p15:clr>
        </p15:guide>
        <p15:guide id="9" pos="5043">
          <p15:clr>
            <a:srgbClr val="FBAE40"/>
          </p15:clr>
        </p15:guide>
        <p15:guide id="10" pos="3864">
          <p15:clr>
            <a:srgbClr val="FBAE40"/>
          </p15:clr>
        </p15:guide>
        <p15:guide id="11" pos="3773">
          <p15:clr>
            <a:srgbClr val="FBAE40"/>
          </p15:clr>
        </p15:guide>
        <p15:guide id="12" pos="2662">
          <p15:clr>
            <a:srgbClr val="FBAE40"/>
          </p15:clr>
        </p15:guide>
        <p15:guide id="13" pos="2571">
          <p15:clr>
            <a:srgbClr val="FBAE40"/>
          </p15:clr>
        </p15:guide>
        <p15:guide id="14" pos="1460">
          <p15:clr>
            <a:srgbClr val="FBAE40"/>
          </p15:clr>
        </p15:guide>
        <p15:guide id="15" pos="1346">
          <p15:clr>
            <a:srgbClr val="FBAE40"/>
          </p15:clr>
        </p15:guide>
        <p15:guide id="16" orient="horz" pos="754">
          <p15:clr>
            <a:srgbClr val="FBAE40"/>
          </p15:clr>
        </p15:guide>
        <p15:guide id="17" orient="horz" pos="2115">
          <p15:clr>
            <a:srgbClr val="FBAE40"/>
          </p15:clr>
        </p15:guide>
        <p15:guide id="18" orient="horz" pos="377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5971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712" r:id="rId4"/>
    <p:sldLayoutId id="2147483694" r:id="rId5"/>
    <p:sldLayoutId id="2147483709" r:id="rId6"/>
    <p:sldLayoutId id="2147483695" r:id="rId7"/>
    <p:sldLayoutId id="2147483697" r:id="rId8"/>
    <p:sldLayoutId id="2147483698" r:id="rId9"/>
    <p:sldLayoutId id="2147483699" r:id="rId10"/>
    <p:sldLayoutId id="2147483700" r:id="rId11"/>
    <p:sldLayoutId id="2147483702" r:id="rId12"/>
    <p:sldLayoutId id="2147483711" r:id="rId13"/>
    <p:sldLayoutId id="2147483703" r:id="rId14"/>
  </p:sldLayoutIdLst>
  <p:hf sldNum="0" hdr="0" ftr="0"/>
  <p:txStyles>
    <p:titleStyle>
      <a:lvl1pPr algn="l" defTabSz="914400" rtl="0" eaLnBrk="1" latinLnBrk="0" hangingPunct="1">
        <a:spcBef>
          <a:spcPct val="0"/>
        </a:spcBef>
        <a:buNone/>
        <a:defRPr sz="2100" b="0" i="0" kern="1200">
          <a:solidFill>
            <a:schemeClr val="tx1"/>
          </a:solidFill>
          <a:latin typeface="Merriweather Regular" panose="02060503050406030704" pitchFamily="18" charset="77"/>
          <a:ea typeface="+mj-ea"/>
          <a:cs typeface="+mj-cs"/>
        </a:defRPr>
      </a:lvl1pPr>
    </p:titleStyle>
    <p:bodyStyle>
      <a:lvl1pPr marL="0" indent="0" algn="l" defTabSz="914400" rtl="0" eaLnBrk="1" latinLnBrk="0" hangingPunct="1">
        <a:lnSpc>
          <a:spcPct val="110000"/>
        </a:lnSpc>
        <a:spcBef>
          <a:spcPts val="0"/>
        </a:spcBef>
        <a:buFont typeface="Arial" pitchFamily="34" charset="0"/>
        <a:buNone/>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0" indent="0" algn="l" defTabSz="914400" rtl="0" eaLnBrk="1" latinLnBrk="0" hangingPunct="1">
        <a:lnSpc>
          <a:spcPct val="110000"/>
        </a:lnSpc>
        <a:spcBef>
          <a:spcPts val="0"/>
        </a:spcBef>
        <a:buFont typeface="Arial" pitchFamily="34" charset="0"/>
        <a:buNone/>
        <a:defRPr sz="1600" b="1"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270000" indent="-270000" algn="l" defTabSz="914400" rtl="0" eaLnBrk="1" latinLnBrk="0" hangingPunct="1">
        <a:lnSpc>
          <a:spcPct val="110000"/>
        </a:lnSpc>
        <a:spcBef>
          <a:spcPts val="210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270000" indent="-270000" algn="l" defTabSz="914400" rtl="0" eaLnBrk="1" latinLnBrk="0" hangingPunct="1">
        <a:lnSpc>
          <a:spcPct val="110000"/>
        </a:lnSpc>
        <a:spcBef>
          <a:spcPts val="210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810000" indent="-270000" algn="l" defTabSz="914400" rtl="0" eaLnBrk="1" latinLnBrk="0" hangingPunct="1">
        <a:lnSpc>
          <a:spcPct val="110000"/>
        </a:lnSpc>
        <a:spcBef>
          <a:spcPts val="0"/>
        </a:spcBef>
        <a:buFont typeface="Verdana" pitchFamily="34" charset="0"/>
        <a:buChar char="–"/>
        <a:defRPr sz="1600"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B282BBE-57C1-A744-89AC-36D8EE7996F7}"/>
              </a:ext>
            </a:extLst>
          </p:cNvPr>
          <p:cNvSpPr>
            <a:spLocks noGrp="1"/>
          </p:cNvSpPr>
          <p:nvPr>
            <p:ph type="dt" sz="half" idx="10"/>
          </p:nvPr>
        </p:nvSpPr>
        <p:spPr/>
        <p:txBody>
          <a:bodyPr/>
          <a:lstStyle/>
          <a:p>
            <a:r>
              <a:rPr lang="nl-NL" dirty="0"/>
              <a:t>04 03 2026</a:t>
            </a:r>
            <a:endParaRPr lang="en-GB" dirty="0"/>
          </a:p>
        </p:txBody>
      </p:sp>
      <p:sp>
        <p:nvSpPr>
          <p:cNvPr id="9" name="文本框 8">
            <a:extLst>
              <a:ext uri="{FF2B5EF4-FFF2-40B4-BE49-F238E27FC236}">
                <a16:creationId xmlns:a16="http://schemas.microsoft.com/office/drawing/2014/main" id="{EF924B14-A78A-4815-5A09-17DC5EABFF56}"/>
              </a:ext>
            </a:extLst>
          </p:cNvPr>
          <p:cNvSpPr txBox="1"/>
          <p:nvPr/>
        </p:nvSpPr>
        <p:spPr>
          <a:xfrm>
            <a:off x="7165893" y="1784935"/>
            <a:ext cx="3719593" cy="3600986"/>
          </a:xfrm>
          <a:prstGeom prst="rect">
            <a:avLst/>
          </a:prstGeom>
          <a:noFill/>
        </p:spPr>
        <p:txBody>
          <a:bodyPr wrap="square" lIns="0" tIns="0" rIns="0" bIns="0" rtlCol="0">
            <a:spAutoFit/>
          </a:bodyPr>
          <a:lstStyle/>
          <a:p>
            <a:r>
              <a:rPr lang="en-US" altLang="zh-CN" sz="2400" b="1" dirty="0"/>
              <a:t>Input</a:t>
            </a:r>
          </a:p>
          <a:p>
            <a:pPr marL="285750" indent="-285750">
              <a:buFont typeface="Arial" panose="020B0604020202020204" pitchFamily="34" charset="0"/>
              <a:buChar char="•"/>
            </a:pPr>
            <a:r>
              <a:rPr lang="en-US" altLang="zh-CN" dirty="0"/>
              <a:t>Structured formal explanation</a:t>
            </a:r>
          </a:p>
          <a:p>
            <a:pPr marL="285750" indent="-285750">
              <a:buFont typeface="Arial" panose="020B0604020202020204" pitchFamily="34" charset="0"/>
              <a:buChar char="•"/>
            </a:pPr>
            <a:endParaRPr lang="en-US" altLang="zh-CN" dirty="0"/>
          </a:p>
          <a:p>
            <a:r>
              <a:rPr lang="it-IT" altLang="zh-CN" sz="2400" b="1" dirty="0"/>
              <a:t>Problem</a:t>
            </a:r>
          </a:p>
          <a:p>
            <a:pPr marL="285750" indent="-285750">
              <a:buFont typeface="Arial" panose="020B0604020202020204" pitchFamily="34" charset="0"/>
              <a:buChar char="•"/>
            </a:pPr>
            <a:r>
              <a:rPr lang="it-IT" altLang="zh-CN" dirty="0"/>
              <a:t>Raw factors are unordered</a:t>
            </a:r>
          </a:p>
          <a:p>
            <a:pPr marL="285750" indent="-285750">
              <a:buFont typeface="Arial" panose="020B0604020202020204" pitchFamily="34" charset="0"/>
              <a:buChar char="•"/>
            </a:pPr>
            <a:r>
              <a:rPr lang="it-IT" altLang="zh-CN" dirty="0"/>
              <a:t>Grammar mismatch</a:t>
            </a:r>
          </a:p>
          <a:p>
            <a:pPr marL="285750" indent="-285750">
              <a:buFont typeface="Arial" panose="020B0604020202020204" pitchFamily="34" charset="0"/>
              <a:buChar char="•"/>
            </a:pPr>
            <a:r>
              <a:rPr lang="it-IT" altLang="zh-CN"/>
              <a:t>Fragmented reasoning</a:t>
            </a:r>
            <a:endParaRPr lang="it-IT" altLang="zh-CN" dirty="0"/>
          </a:p>
          <a:p>
            <a:pPr marL="285750" indent="-285750">
              <a:buFont typeface="Arial" panose="020B0604020202020204" pitchFamily="34" charset="0"/>
              <a:buChar char="•"/>
            </a:pPr>
            <a:endParaRPr lang="it-IT" altLang="zh-CN" dirty="0"/>
          </a:p>
          <a:p>
            <a:r>
              <a:rPr lang="it-IT" altLang="zh-CN" sz="2400" b="1" dirty="0"/>
              <a:t>Goal</a:t>
            </a:r>
          </a:p>
          <a:p>
            <a:pPr marL="285750" indent="-285750">
              <a:buFont typeface="Arial" panose="020B0604020202020204" pitchFamily="34" charset="0"/>
              <a:buChar char="•"/>
            </a:pPr>
            <a:r>
              <a:rPr lang="it-IT" altLang="zh-CN" dirty="0"/>
              <a:t>Produce a coherent narrative</a:t>
            </a:r>
          </a:p>
          <a:p>
            <a:pPr marL="285750" indent="-285750">
              <a:buFont typeface="Arial" panose="020B0604020202020204" pitchFamily="34" charset="0"/>
              <a:buChar char="•"/>
            </a:pPr>
            <a:r>
              <a:rPr lang="it-IT" altLang="zh-CN" dirty="0"/>
              <a:t>Respect logical priority</a:t>
            </a:r>
          </a:p>
          <a:p>
            <a:pPr marL="285750" indent="-285750">
              <a:buFont typeface="Arial" panose="020B0604020202020204" pitchFamily="34" charset="0"/>
              <a:buChar char="•"/>
            </a:pPr>
            <a:r>
              <a:rPr lang="it-IT" altLang="zh-CN" dirty="0"/>
              <a:t>Avoid duplication</a:t>
            </a:r>
            <a:endParaRPr lang="zh-CN" altLang="en-US" dirty="0"/>
          </a:p>
        </p:txBody>
      </p:sp>
      <p:sp>
        <p:nvSpPr>
          <p:cNvPr id="10" name="文本框 9">
            <a:extLst>
              <a:ext uri="{FF2B5EF4-FFF2-40B4-BE49-F238E27FC236}">
                <a16:creationId xmlns:a16="http://schemas.microsoft.com/office/drawing/2014/main" id="{CB048D62-241F-A88B-411A-51A0A6FF1A78}"/>
              </a:ext>
            </a:extLst>
          </p:cNvPr>
          <p:cNvSpPr txBox="1"/>
          <p:nvPr/>
        </p:nvSpPr>
        <p:spPr>
          <a:xfrm>
            <a:off x="1536879" y="999726"/>
            <a:ext cx="9121416" cy="430887"/>
          </a:xfrm>
          <a:prstGeom prst="rect">
            <a:avLst/>
          </a:prstGeom>
          <a:noFill/>
        </p:spPr>
        <p:txBody>
          <a:bodyPr wrap="square" lIns="0" tIns="0" rIns="0" bIns="0" rtlCol="0">
            <a:spAutoFit/>
          </a:bodyPr>
          <a:lstStyle/>
          <a:p>
            <a:r>
              <a:rPr lang="en-US" altLang="zh-CN" sz="2800" dirty="0"/>
              <a:t>Rule-based Natural Language Generation Algorithm – Group12</a:t>
            </a:r>
            <a:endParaRPr lang="zh-CN" altLang="en-US" sz="2800" dirty="0"/>
          </a:p>
        </p:txBody>
      </p:sp>
      <p:sp>
        <p:nvSpPr>
          <p:cNvPr id="24" name="文本框 23">
            <a:extLst>
              <a:ext uri="{FF2B5EF4-FFF2-40B4-BE49-F238E27FC236}">
                <a16:creationId xmlns:a16="http://schemas.microsoft.com/office/drawing/2014/main" id="{08E3EF72-0A6F-8BF9-865F-ABA4DFCF4663}"/>
              </a:ext>
            </a:extLst>
          </p:cNvPr>
          <p:cNvSpPr txBox="1"/>
          <p:nvPr/>
        </p:nvSpPr>
        <p:spPr>
          <a:xfrm>
            <a:off x="460149" y="2581487"/>
            <a:ext cx="6096698" cy="2585323"/>
          </a:xfrm>
          <a:prstGeom prst="rect">
            <a:avLst/>
          </a:prstGeom>
          <a:noFill/>
        </p:spPr>
        <p:txBody>
          <a:bodyPr wrap="square">
            <a:spAutoFit/>
          </a:bodyPr>
          <a:lstStyle/>
          <a:p>
            <a:pPr>
              <a:buNone/>
            </a:pPr>
            <a:r>
              <a:rPr lang="en-US" altLang="zh-CN" dirty="0"/>
              <a:t>[['C', '</a:t>
            </a:r>
            <a:r>
              <a:rPr lang="en-US" altLang="zh-CN" dirty="0" err="1"/>
              <a:t>getShopCoffee</a:t>
            </a:r>
            <a:r>
              <a:rPr lang="en-US" altLang="zh-CN" dirty="0"/>
              <a:t>', ['</a:t>
            </a:r>
            <a:r>
              <a:rPr lang="en-US" altLang="zh-CN" dirty="0" err="1"/>
              <a:t>haveMoney</a:t>
            </a:r>
            <a:r>
              <a:rPr lang="en-US" altLang="zh-CN" dirty="0"/>
              <a:t>']], ['N', '</a:t>
            </a:r>
            <a:r>
              <a:rPr lang="en-US" altLang="zh-CN" dirty="0" err="1"/>
              <a:t>getKitchenCoffee</a:t>
            </a:r>
            <a:r>
              <a:rPr lang="en-US" altLang="zh-CN" dirty="0"/>
              <a:t>', 'P(</a:t>
            </a:r>
            <a:r>
              <a:rPr lang="en-US" altLang="zh-CN" dirty="0" err="1"/>
              <a:t>gotoAnnOffice</a:t>
            </a:r>
            <a:r>
              <a:rPr lang="en-US" altLang="zh-CN" dirty="0"/>
              <a:t>, </a:t>
            </a:r>
            <a:r>
              <a:rPr lang="en-US" altLang="zh-CN" dirty="0" err="1"/>
              <a:t>gotoKitchen</a:t>
            </a:r>
            <a:r>
              <a:rPr lang="en-US" altLang="zh-CN" dirty="0"/>
              <a:t>)'], ['N', '</a:t>
            </a:r>
            <a:r>
              <a:rPr lang="en-US" altLang="zh-CN" dirty="0" err="1"/>
              <a:t>getAnnOfficeCoffee</a:t>
            </a:r>
            <a:r>
              <a:rPr lang="en-US" altLang="zh-CN" dirty="0"/>
              <a:t>', 'P(</a:t>
            </a:r>
            <a:r>
              <a:rPr lang="en-US" altLang="zh-CN" dirty="0" err="1"/>
              <a:t>gotoAnnOffice</a:t>
            </a:r>
            <a:r>
              <a:rPr lang="en-US" altLang="zh-CN" dirty="0"/>
              <a:t>, </a:t>
            </a:r>
            <a:r>
              <a:rPr lang="en-US" altLang="zh-CN" dirty="0" err="1"/>
              <a:t>gotoKitchen</a:t>
            </a:r>
            <a:r>
              <a:rPr lang="en-US" altLang="zh-CN" dirty="0"/>
              <a:t>)'], ['U', [['quality', 'price', 'time'], [2, 0, 1]]]]</a:t>
            </a:r>
            <a:br>
              <a:rPr lang="en-US" altLang="zh-CN" sz="1800" dirty="0">
                <a:solidFill>
                  <a:srgbClr val="BCBEC4"/>
                </a:solidFill>
                <a:effectLst/>
                <a:latin typeface="JetBrains Mono"/>
              </a:rPr>
            </a:br>
            <a:endParaRPr lang="en-US" altLang="zh-CN" sz="1800" dirty="0">
              <a:solidFill>
                <a:srgbClr val="BCBEC4"/>
              </a:solidFill>
              <a:effectLst/>
              <a:latin typeface="JetBrains Mono"/>
            </a:endParaRPr>
          </a:p>
          <a:p>
            <a:pPr>
              <a:buNone/>
            </a:pPr>
            <a:r>
              <a:rPr lang="en-US" altLang="zh-CN" dirty="0"/>
              <a:t>Understandability in natural language for non-experts </a:t>
            </a:r>
          </a:p>
          <a:p>
            <a:pPr>
              <a:buNone/>
            </a:pPr>
            <a:r>
              <a:rPr lang="en-US" altLang="zh-CN" dirty="0"/>
              <a:t>Readability</a:t>
            </a:r>
            <a:br>
              <a:rPr lang="en-US" altLang="zh-CN" dirty="0"/>
            </a:br>
            <a:endParaRPr lang="en-US" altLang="zh-CN" dirty="0">
              <a:solidFill>
                <a:srgbClr val="BCBEC4"/>
              </a:solidFill>
              <a:latin typeface="JetBrains Mono"/>
            </a:endParaRPr>
          </a:p>
          <a:p>
            <a:pPr>
              <a:buNone/>
            </a:pPr>
            <a:endParaRPr lang="en-US" altLang="zh-CN" sz="1800" dirty="0">
              <a:solidFill>
                <a:srgbClr val="BCBEC4"/>
              </a:solidFill>
              <a:effectLst/>
              <a:latin typeface="JetBrains Mono"/>
            </a:endParaRPr>
          </a:p>
        </p:txBody>
      </p:sp>
      <p:cxnSp>
        <p:nvCxnSpPr>
          <p:cNvPr id="26" name="直接连接符 25">
            <a:extLst>
              <a:ext uri="{FF2B5EF4-FFF2-40B4-BE49-F238E27FC236}">
                <a16:creationId xmlns:a16="http://schemas.microsoft.com/office/drawing/2014/main" id="{89566A1F-477E-9E2A-9492-815B651C1E38}"/>
              </a:ext>
            </a:extLst>
          </p:cNvPr>
          <p:cNvCxnSpPr/>
          <p:nvPr/>
        </p:nvCxnSpPr>
        <p:spPr>
          <a:xfrm>
            <a:off x="498948" y="4153722"/>
            <a:ext cx="5138257"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4378B58-2086-47EE-9CFC-F8FFD98534B6}"/>
              </a:ext>
            </a:extLst>
          </p:cNvPr>
          <p:cNvCxnSpPr>
            <a:cxnSpLocks/>
          </p:cNvCxnSpPr>
          <p:nvPr/>
        </p:nvCxnSpPr>
        <p:spPr>
          <a:xfrm>
            <a:off x="498948" y="4439203"/>
            <a:ext cx="1162427"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AD17D086-E206-140B-D5D2-F290A22D3889}"/>
              </a:ext>
            </a:extLst>
          </p:cNvPr>
          <p:cNvCxnSpPr/>
          <p:nvPr/>
        </p:nvCxnSpPr>
        <p:spPr>
          <a:xfrm>
            <a:off x="6675767" y="1784935"/>
            <a:ext cx="0" cy="3735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2337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7CFDF-E1DF-BFDD-C696-C00643672689}"/>
            </a:ext>
          </a:extLst>
        </p:cNvPr>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3637A702-2FA6-A25F-C887-F74099E19CC8}"/>
              </a:ext>
            </a:extLst>
          </p:cNvPr>
          <p:cNvSpPr>
            <a:spLocks noGrp="1"/>
          </p:cNvSpPr>
          <p:nvPr>
            <p:ph type="dt" sz="half" idx="10"/>
          </p:nvPr>
        </p:nvSpPr>
        <p:spPr/>
        <p:txBody>
          <a:bodyPr/>
          <a:lstStyle/>
          <a:p>
            <a:r>
              <a:rPr lang="nl-NL" dirty="0"/>
              <a:t>04 03 2026</a:t>
            </a:r>
            <a:endParaRPr lang="en-GB" dirty="0"/>
          </a:p>
        </p:txBody>
      </p:sp>
      <p:sp>
        <p:nvSpPr>
          <p:cNvPr id="5" name="文本框 4">
            <a:extLst>
              <a:ext uri="{FF2B5EF4-FFF2-40B4-BE49-F238E27FC236}">
                <a16:creationId xmlns:a16="http://schemas.microsoft.com/office/drawing/2014/main" id="{391D190D-DC8A-5A14-2947-A1A67FA69F21}"/>
              </a:ext>
            </a:extLst>
          </p:cNvPr>
          <p:cNvSpPr txBox="1"/>
          <p:nvPr/>
        </p:nvSpPr>
        <p:spPr>
          <a:xfrm>
            <a:off x="282999" y="2564372"/>
            <a:ext cx="3328106" cy="2400657"/>
          </a:xfrm>
          <a:prstGeom prst="rect">
            <a:avLst/>
          </a:prstGeom>
          <a:noFill/>
        </p:spPr>
        <p:txBody>
          <a:bodyPr wrap="square" lIns="0" tIns="0" rIns="0" bIns="0" rtlCol="0">
            <a:spAutoFit/>
          </a:bodyPr>
          <a:lstStyle/>
          <a:p>
            <a:r>
              <a:rPr lang="en-US" altLang="zh-CN" sz="2400" b="1" dirty="0"/>
              <a:t>Extract and Re-structure Explanation Factors</a:t>
            </a:r>
          </a:p>
          <a:p>
            <a:pPr marL="285750" indent="-285750">
              <a:buFont typeface="Arial" panose="020B0604020202020204" pitchFamily="34" charset="0"/>
              <a:buChar char="•"/>
            </a:pPr>
            <a:r>
              <a:rPr lang="en-US" altLang="zh-CN" dirty="0"/>
              <a:t>Identify overall goal from structural context</a:t>
            </a:r>
          </a:p>
          <a:p>
            <a:pPr marL="285750" indent="-285750">
              <a:buFont typeface="Arial" panose="020B0604020202020204" pitchFamily="34" charset="0"/>
              <a:buChar char="•"/>
            </a:pPr>
            <a:r>
              <a:rPr lang="en-US" altLang="zh-CN" dirty="0"/>
              <a:t>Separate factors into logical groups</a:t>
            </a:r>
          </a:p>
          <a:p>
            <a:pPr marL="285750" indent="-285750">
              <a:buFont typeface="Arial" panose="020B0604020202020204" pitchFamily="34" charset="0"/>
              <a:buChar char="•"/>
            </a:pPr>
            <a:r>
              <a:rPr lang="en-US" altLang="zh-CN" dirty="0"/>
              <a:t>Merge repeated norm reasons</a:t>
            </a:r>
          </a:p>
          <a:p>
            <a:endParaRPr lang="zh-CN" altLang="en-US" dirty="0"/>
          </a:p>
        </p:txBody>
      </p:sp>
      <p:sp>
        <p:nvSpPr>
          <p:cNvPr id="8" name="文本框 7">
            <a:extLst>
              <a:ext uri="{FF2B5EF4-FFF2-40B4-BE49-F238E27FC236}">
                <a16:creationId xmlns:a16="http://schemas.microsoft.com/office/drawing/2014/main" id="{AC1B7B16-5192-512C-9808-9FF591BDBBC6}"/>
              </a:ext>
            </a:extLst>
          </p:cNvPr>
          <p:cNvSpPr txBox="1"/>
          <p:nvPr/>
        </p:nvSpPr>
        <p:spPr>
          <a:xfrm>
            <a:off x="4192292" y="2563775"/>
            <a:ext cx="3810590" cy="2123658"/>
          </a:xfrm>
          <a:prstGeom prst="rect">
            <a:avLst/>
          </a:prstGeom>
          <a:noFill/>
        </p:spPr>
        <p:txBody>
          <a:bodyPr wrap="square" lIns="0" tIns="0" rIns="0" bIns="0" rtlCol="0">
            <a:spAutoFit/>
          </a:bodyPr>
          <a:lstStyle/>
          <a:p>
            <a:r>
              <a:rPr lang="en-US" altLang="zh-CN" sz="2400" b="1" dirty="0"/>
              <a:t>Priority-Aware Sentence Construction</a:t>
            </a:r>
          </a:p>
          <a:p>
            <a:pPr marL="285750" indent="-285750">
              <a:buFont typeface="Arial" panose="020B0604020202020204" pitchFamily="34" charset="0"/>
              <a:buChar char="•"/>
            </a:pPr>
            <a:r>
              <a:rPr lang="en-US" altLang="zh-CN" dirty="0"/>
              <a:t>Follow logical hierarchy</a:t>
            </a:r>
          </a:p>
          <a:p>
            <a:pPr marL="285750" indent="-285750">
              <a:buFont typeface="Arial" panose="020B0604020202020204" pitchFamily="34" charset="0"/>
              <a:buChar char="•"/>
            </a:pPr>
            <a:r>
              <a:rPr lang="en-US" altLang="zh-CN" dirty="0"/>
              <a:t>Use user preference ordering to explain trade-offs</a:t>
            </a:r>
          </a:p>
          <a:p>
            <a:pPr marL="285750" indent="-285750">
              <a:buFont typeface="Arial" panose="020B0604020202020204" pitchFamily="34" charset="0"/>
              <a:buChar char="•"/>
            </a:pPr>
            <a:r>
              <a:rPr lang="en-US" altLang="zh-CN" dirty="0"/>
              <a:t>Compare cost vectors deterministically</a:t>
            </a:r>
          </a:p>
        </p:txBody>
      </p:sp>
      <p:sp>
        <p:nvSpPr>
          <p:cNvPr id="9" name="文本框 8">
            <a:extLst>
              <a:ext uri="{FF2B5EF4-FFF2-40B4-BE49-F238E27FC236}">
                <a16:creationId xmlns:a16="http://schemas.microsoft.com/office/drawing/2014/main" id="{6A213677-29E9-8E1C-F952-7A92550F6193}"/>
              </a:ext>
            </a:extLst>
          </p:cNvPr>
          <p:cNvSpPr txBox="1"/>
          <p:nvPr/>
        </p:nvSpPr>
        <p:spPr>
          <a:xfrm>
            <a:off x="8330901" y="2564372"/>
            <a:ext cx="3701542" cy="2400657"/>
          </a:xfrm>
          <a:prstGeom prst="rect">
            <a:avLst/>
          </a:prstGeom>
          <a:noFill/>
        </p:spPr>
        <p:txBody>
          <a:bodyPr wrap="square" lIns="0" tIns="0" rIns="0" bIns="0" rtlCol="0">
            <a:spAutoFit/>
          </a:bodyPr>
          <a:lstStyle/>
          <a:p>
            <a:r>
              <a:rPr lang="en-US" altLang="zh-CN" sz="2400" b="1" dirty="0"/>
              <a:t>Linguistic Normalization Layer</a:t>
            </a:r>
          </a:p>
          <a:p>
            <a:pPr marL="285750" indent="-285750">
              <a:buFont typeface="Arial" panose="020B0604020202020204" pitchFamily="34" charset="0"/>
              <a:buChar char="•"/>
            </a:pPr>
            <a:r>
              <a:rPr lang="en-US" altLang="zh-CN" dirty="0"/>
              <a:t>Tense control </a:t>
            </a:r>
          </a:p>
          <a:p>
            <a:pPr marL="285750" indent="-285750">
              <a:buFont typeface="Arial" panose="020B0604020202020204" pitchFamily="34" charset="0"/>
              <a:buChar char="•"/>
            </a:pPr>
            <a:r>
              <a:rPr lang="en-US" altLang="zh-CN" dirty="0"/>
              <a:t>Gerund transformation for skipped actions</a:t>
            </a:r>
          </a:p>
          <a:p>
            <a:pPr marL="285750" indent="-285750">
              <a:buFont typeface="Arial" panose="020B0604020202020204" pitchFamily="34" charset="0"/>
              <a:buChar char="•"/>
            </a:pPr>
            <a:r>
              <a:rPr lang="en-US" altLang="zh-CN" dirty="0"/>
              <a:t>Mapping preconditions to readable phrases</a:t>
            </a:r>
          </a:p>
          <a:p>
            <a:pPr marL="285750" indent="-285750">
              <a:buFont typeface="Arial" panose="020B0604020202020204" pitchFamily="34" charset="0"/>
              <a:buChar char="•"/>
            </a:pPr>
            <a:r>
              <a:rPr lang="en-US" altLang="zh-CN" dirty="0"/>
              <a:t>Remove duplicated sentences</a:t>
            </a:r>
          </a:p>
        </p:txBody>
      </p:sp>
      <p:cxnSp>
        <p:nvCxnSpPr>
          <p:cNvPr id="13" name="直接连接符 12">
            <a:extLst>
              <a:ext uri="{FF2B5EF4-FFF2-40B4-BE49-F238E27FC236}">
                <a16:creationId xmlns:a16="http://schemas.microsoft.com/office/drawing/2014/main" id="{5D3351BE-20A7-379B-C480-6926C1F6BA03}"/>
              </a:ext>
            </a:extLst>
          </p:cNvPr>
          <p:cNvCxnSpPr/>
          <p:nvPr/>
        </p:nvCxnSpPr>
        <p:spPr>
          <a:xfrm>
            <a:off x="3735090" y="1867546"/>
            <a:ext cx="0" cy="3735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B97768F-EEAF-0A10-E107-7E4241B4F5BC}"/>
              </a:ext>
            </a:extLst>
          </p:cNvPr>
          <p:cNvCxnSpPr/>
          <p:nvPr/>
        </p:nvCxnSpPr>
        <p:spPr>
          <a:xfrm>
            <a:off x="7855057" y="1867546"/>
            <a:ext cx="0" cy="3735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99A900B0-139D-DFD8-EDA1-07C86664E5C7}"/>
              </a:ext>
            </a:extLst>
          </p:cNvPr>
          <p:cNvSpPr txBox="1"/>
          <p:nvPr/>
        </p:nvSpPr>
        <p:spPr>
          <a:xfrm>
            <a:off x="1536879" y="999726"/>
            <a:ext cx="9121416" cy="430887"/>
          </a:xfrm>
          <a:prstGeom prst="rect">
            <a:avLst/>
          </a:prstGeom>
          <a:noFill/>
        </p:spPr>
        <p:txBody>
          <a:bodyPr wrap="square" lIns="0" tIns="0" rIns="0" bIns="0" rtlCol="0">
            <a:spAutoFit/>
          </a:bodyPr>
          <a:lstStyle/>
          <a:p>
            <a:r>
              <a:rPr lang="en-US" altLang="zh-CN" sz="2800" dirty="0"/>
              <a:t>Rule-based Natural Language Generation Algorithm – Group12</a:t>
            </a:r>
            <a:endParaRPr lang="zh-CN" altLang="en-US" sz="2800" dirty="0"/>
          </a:p>
        </p:txBody>
      </p:sp>
    </p:spTree>
    <p:extLst>
      <p:ext uri="{BB962C8B-B14F-4D97-AF65-F5344CB8AC3E}">
        <p14:creationId xmlns:p14="http://schemas.microsoft.com/office/powerpoint/2010/main" val="374665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5E38F-E634-57F6-B53C-E1CC84E00BF6}"/>
            </a:ext>
          </a:extLst>
        </p:cNvPr>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3B5028B-DA8E-A23B-4960-BFF7DAA0BA9D}"/>
              </a:ext>
            </a:extLst>
          </p:cNvPr>
          <p:cNvSpPr>
            <a:spLocks noGrp="1"/>
          </p:cNvSpPr>
          <p:nvPr>
            <p:ph type="dt" sz="half" idx="10"/>
          </p:nvPr>
        </p:nvSpPr>
        <p:spPr/>
        <p:txBody>
          <a:bodyPr/>
          <a:lstStyle/>
          <a:p>
            <a:r>
              <a:rPr lang="nl-NL" dirty="0"/>
              <a:t>04 03 2026</a:t>
            </a:r>
            <a:endParaRPr lang="en-GB" dirty="0"/>
          </a:p>
        </p:txBody>
      </p:sp>
      <p:sp>
        <p:nvSpPr>
          <p:cNvPr id="8" name="文本框 7">
            <a:extLst>
              <a:ext uri="{FF2B5EF4-FFF2-40B4-BE49-F238E27FC236}">
                <a16:creationId xmlns:a16="http://schemas.microsoft.com/office/drawing/2014/main" id="{BC27ACB2-7DCB-8AFD-1A55-29996D71909F}"/>
              </a:ext>
            </a:extLst>
          </p:cNvPr>
          <p:cNvSpPr txBox="1"/>
          <p:nvPr/>
        </p:nvSpPr>
        <p:spPr>
          <a:xfrm>
            <a:off x="5234731" y="1881408"/>
            <a:ext cx="6325300" cy="553998"/>
          </a:xfrm>
          <a:prstGeom prst="rect">
            <a:avLst/>
          </a:prstGeom>
          <a:noFill/>
        </p:spPr>
        <p:txBody>
          <a:bodyPr wrap="square" lIns="0" tIns="0" rIns="0" bIns="0" rtlCol="0">
            <a:spAutoFit/>
          </a:bodyPr>
          <a:lstStyle/>
          <a:p>
            <a:r>
              <a:rPr lang="en-US" altLang="zh-CN" dirty="0"/>
              <a:t>[[‘C’, ‘</a:t>
            </a:r>
            <a:r>
              <a:rPr lang="en-US" altLang="zh-CN" dirty="0" err="1"/>
              <a:t>getShopCoffee</a:t>
            </a:r>
            <a:r>
              <a:rPr lang="en-US" altLang="zh-CN" dirty="0"/>
              <a:t>’, [‘</a:t>
            </a:r>
            <a:r>
              <a:rPr lang="en-US" altLang="zh-CN" dirty="0" err="1"/>
              <a:t>haveMoney</a:t>
            </a:r>
            <a:r>
              <a:rPr lang="en-US" altLang="zh-CN" dirty="0"/>
              <a:t>’]], …,['U', [['quality', 'price', 'time'], [2, 0, 1]]]]</a:t>
            </a:r>
          </a:p>
        </p:txBody>
      </p:sp>
      <p:sp>
        <p:nvSpPr>
          <p:cNvPr id="9" name="箭头: 下 8">
            <a:extLst>
              <a:ext uri="{FF2B5EF4-FFF2-40B4-BE49-F238E27FC236}">
                <a16:creationId xmlns:a16="http://schemas.microsoft.com/office/drawing/2014/main" id="{5B7FE2D2-6192-B52D-54F0-A92CC2E7033A}"/>
              </a:ext>
            </a:extLst>
          </p:cNvPr>
          <p:cNvSpPr/>
          <p:nvPr/>
        </p:nvSpPr>
        <p:spPr>
          <a:xfrm>
            <a:off x="8252668" y="2568613"/>
            <a:ext cx="587229" cy="9605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C9FEE1D9-434D-ECD3-6BA0-6EDABD1C2008}"/>
              </a:ext>
            </a:extLst>
          </p:cNvPr>
          <p:cNvSpPr txBox="1"/>
          <p:nvPr/>
        </p:nvSpPr>
        <p:spPr>
          <a:xfrm>
            <a:off x="5238924" y="3923949"/>
            <a:ext cx="6614716" cy="1384995"/>
          </a:xfrm>
          <a:prstGeom prst="rect">
            <a:avLst/>
          </a:prstGeom>
          <a:noFill/>
        </p:spPr>
        <p:txBody>
          <a:bodyPr wrap="square" lIns="0" tIns="0" rIns="0" bIns="0" rtlCol="0">
            <a:spAutoFit/>
          </a:bodyPr>
          <a:lstStyle/>
          <a:p>
            <a:r>
              <a:rPr lang="en-US" altLang="zh-CN" dirty="0"/>
              <a:t>The agent got coffee from the shop because they had enough money. The agent skipped getting coffee in the kitchen because they were not allowed to go to Ann's office, or go to the kitchen. The agent skipped getting coffee from Ann's office because they were not allowed to go to Ann's office, or go to the kitchen.</a:t>
            </a:r>
          </a:p>
        </p:txBody>
      </p:sp>
      <p:cxnSp>
        <p:nvCxnSpPr>
          <p:cNvPr id="18" name="直接连接符 17">
            <a:extLst>
              <a:ext uri="{FF2B5EF4-FFF2-40B4-BE49-F238E27FC236}">
                <a16:creationId xmlns:a16="http://schemas.microsoft.com/office/drawing/2014/main" id="{05B93C50-056C-6C5E-D481-E4078E0FCA9D}"/>
              </a:ext>
            </a:extLst>
          </p:cNvPr>
          <p:cNvCxnSpPr/>
          <p:nvPr/>
        </p:nvCxnSpPr>
        <p:spPr>
          <a:xfrm>
            <a:off x="4647501" y="2076275"/>
            <a:ext cx="50334" cy="3225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E23AD14-64D8-95B0-E32F-1B6BFF5190D4}"/>
              </a:ext>
            </a:extLst>
          </p:cNvPr>
          <p:cNvSpPr txBox="1"/>
          <p:nvPr/>
        </p:nvSpPr>
        <p:spPr>
          <a:xfrm>
            <a:off x="468187" y="2846995"/>
            <a:ext cx="3813073" cy="1815882"/>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altLang="zh-CN" sz="2000" dirty="0"/>
              <a:t>Logically ordered explanation</a:t>
            </a:r>
          </a:p>
          <a:p>
            <a:pPr marL="285750" indent="-285750">
              <a:buFont typeface="Arial" panose="020B0604020202020204" pitchFamily="34" charset="0"/>
              <a:buChar char="•"/>
            </a:pPr>
            <a:r>
              <a:rPr lang="en-US" altLang="zh-CN" sz="2000" dirty="0"/>
              <a:t>Norm reasons grouped together</a:t>
            </a:r>
          </a:p>
          <a:p>
            <a:pPr marL="285750" indent="-285750">
              <a:buFont typeface="Arial" panose="020B0604020202020204" pitchFamily="34" charset="0"/>
              <a:buChar char="•"/>
            </a:pPr>
            <a:r>
              <a:rPr lang="en-US" altLang="zh-CN" sz="2000" dirty="0"/>
              <a:t>Explicit preference justification</a:t>
            </a:r>
          </a:p>
          <a:p>
            <a:pPr marL="285750" indent="-285750">
              <a:buFont typeface="Arial" panose="020B0604020202020204" pitchFamily="34" charset="0"/>
              <a:buChar char="•"/>
            </a:pPr>
            <a:r>
              <a:rPr lang="en-US" altLang="zh-CN" sz="2000" dirty="0"/>
              <a:t>Reduced redundancy</a:t>
            </a:r>
          </a:p>
          <a:p>
            <a:pPr marL="285750" indent="-285750">
              <a:buFont typeface="Arial" panose="020B0604020202020204" pitchFamily="34" charset="0"/>
              <a:buChar char="•"/>
            </a:pPr>
            <a:r>
              <a:rPr lang="en-US" altLang="zh-CN" sz="2000" dirty="0"/>
              <a:t>Fully faithful to formal reasoning</a:t>
            </a:r>
          </a:p>
          <a:p>
            <a:endParaRPr lang="zh-CN" altLang="en-US" dirty="0"/>
          </a:p>
        </p:txBody>
      </p:sp>
      <p:sp>
        <p:nvSpPr>
          <p:cNvPr id="12" name="文本框 11">
            <a:extLst>
              <a:ext uri="{FF2B5EF4-FFF2-40B4-BE49-F238E27FC236}">
                <a16:creationId xmlns:a16="http://schemas.microsoft.com/office/drawing/2014/main" id="{D32B7B72-A8FD-CCA9-7FD6-09DB264D47BE}"/>
              </a:ext>
            </a:extLst>
          </p:cNvPr>
          <p:cNvSpPr txBox="1"/>
          <p:nvPr/>
        </p:nvSpPr>
        <p:spPr>
          <a:xfrm>
            <a:off x="1536879" y="999726"/>
            <a:ext cx="9121416" cy="430887"/>
          </a:xfrm>
          <a:prstGeom prst="rect">
            <a:avLst/>
          </a:prstGeom>
          <a:noFill/>
        </p:spPr>
        <p:txBody>
          <a:bodyPr wrap="square" lIns="0" tIns="0" rIns="0" bIns="0" rtlCol="0">
            <a:spAutoFit/>
          </a:bodyPr>
          <a:lstStyle/>
          <a:p>
            <a:r>
              <a:rPr lang="en-US" altLang="zh-CN" sz="2800" dirty="0"/>
              <a:t>Rule-based Natural Language Generation Algorithm – Group12</a:t>
            </a:r>
            <a:endParaRPr lang="zh-CN" altLang="en-US" sz="2800" dirty="0"/>
          </a:p>
        </p:txBody>
      </p:sp>
    </p:spTree>
    <p:extLst>
      <p:ext uri="{BB962C8B-B14F-4D97-AF65-F5344CB8AC3E}">
        <p14:creationId xmlns:p14="http://schemas.microsoft.com/office/powerpoint/2010/main" val="271686658"/>
      </p:ext>
    </p:extLst>
  </p:cSld>
  <p:clrMapOvr>
    <a:masterClrMapping/>
  </p:clrMapOvr>
</p:sld>
</file>

<file path=ppt/theme/theme1.xml><?xml version="1.0" encoding="utf-8"?>
<a:theme xmlns:a="http://schemas.openxmlformats.org/drawingml/2006/main" name="Utrecht University">
  <a:themeElements>
    <a:clrScheme name="Utrecht University">
      <a:dk1>
        <a:srgbClr val="000000"/>
      </a:dk1>
      <a:lt1>
        <a:srgbClr val="FFFFFF"/>
      </a:lt1>
      <a:dk2>
        <a:srgbClr val="C00935"/>
      </a:dk2>
      <a:lt2>
        <a:srgbClr val="D9D9D9"/>
      </a:lt2>
      <a:accent1>
        <a:srgbClr val="FFCD00"/>
      </a:accent1>
      <a:accent2>
        <a:srgbClr val="DD9562"/>
      </a:accent2>
      <a:accent3>
        <a:srgbClr val="911D56"/>
      </a:accent3>
      <a:accent4>
        <a:srgbClr val="63A593"/>
      </a:accent4>
      <a:accent5>
        <a:srgbClr val="161D41"/>
      </a:accent5>
      <a:accent6>
        <a:srgbClr val="6686C3"/>
      </a:accent6>
      <a:hlink>
        <a:srgbClr val="52287F"/>
      </a:hlink>
      <a:folHlink>
        <a:srgbClr val="623E2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a:defPPr>
      </a:lstStyle>
    </a:txDef>
  </a:objectDefaults>
  <a:extraClrSchemeLst/>
  <a:extLst>
    <a:ext uri="{05A4C25C-085E-4340-85A3-A5531E510DB2}">
      <thm15:themeFamily xmlns:thm15="http://schemas.microsoft.com/office/thememl/2012/main" name="Presentatie10" id="{4C20E2D8-E22E-5D41-9F4B-B17EED1EC363}" vid="{E998B35D-E671-604B-BF15-C7F3A54E4227}"/>
    </a:ext>
  </a:extLst>
</a:theme>
</file>

<file path=ppt/theme/theme2.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UU Powerpoint template EN logofied</Template>
  <TotalTime>115</TotalTime>
  <Words>345</Words>
  <Application>Microsoft Office PowerPoint</Application>
  <PresentationFormat>自定义</PresentationFormat>
  <Paragraphs>45</Paragraphs>
  <Slides>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Open Sans</vt:lpstr>
      <vt:lpstr>Merriweather Regular</vt:lpstr>
      <vt:lpstr>Verdana</vt:lpstr>
      <vt:lpstr>Merriweather Light</vt:lpstr>
      <vt:lpstr>JetBrains Mono</vt:lpstr>
      <vt:lpstr>Open Sans Light</vt:lpstr>
      <vt:lpstr>Utrecht University</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Yiquan Hu</dc:creator>
  <cp:keywords/>
  <dc:description/>
  <cp:lastModifiedBy>Yiquan Hu</cp:lastModifiedBy>
  <cp:revision>3</cp:revision>
  <dcterms:created xsi:type="dcterms:W3CDTF">2026-03-03T09:19:44Z</dcterms:created>
  <dcterms:modified xsi:type="dcterms:W3CDTF">2026-03-03T11:16:14Z</dcterms:modified>
  <cp:category/>
</cp:coreProperties>
</file>